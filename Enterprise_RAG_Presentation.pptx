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4" r:id="rId1"/>
  </p:sldMasterIdLst>
  <p:sldIdLst>
    <p:sldId id="269" r:id="rId2"/>
    <p:sldId id="270" r:id="rId3"/>
    <p:sldId id="272" r:id="rId4"/>
    <p:sldId id="276" r:id="rId5"/>
    <p:sldId id="274" r:id="rId6"/>
    <p:sldId id="268" r:id="rId7"/>
    <p:sldId id="266" r:id="rId8"/>
    <p:sldId id="275" r:id="rId9"/>
    <p:sldId id="26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71A931B-CE55-419D-BEC3-0BA06FBE20F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7E98650-DCD6-4A4F-99B0-28E4238F7498}">
      <dgm:prSet phldrT="[Text]" custT="1"/>
      <dgm:spPr>
        <a:noFill/>
      </dgm:spPr>
      <dgm:t>
        <a:bodyPr/>
        <a:lstStyle/>
        <a:p>
          <a:pPr>
            <a:buNone/>
          </a:pPr>
          <a:r>
            <a: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Model Choice - </a:t>
          </a:r>
          <a:r>
            <a:rPr lang="es-E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Used local LLaMA via Ollama</a:t>
          </a:r>
          <a:endParaRPr lang="en-US" sz="2000" b="1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9B86215B-9B1D-4A2A-BD08-93BADA2D4FF8}" type="parTrans" cxnId="{5F806B13-1236-4B2C-B936-E2ED865EB82C}">
      <dgm:prSet/>
      <dgm:spPr/>
      <dgm:t>
        <a:bodyPr/>
        <a:lstStyle/>
        <a:p>
          <a:endParaRPr lang="en-US"/>
        </a:p>
      </dgm:t>
    </dgm:pt>
    <dgm:pt modelId="{B7C5BAC5-1C92-4590-ABEB-F8CE18DB5C67}" type="sibTrans" cxnId="{5F806B13-1236-4B2C-B936-E2ED865EB82C}">
      <dgm:prSet/>
      <dgm:spPr/>
      <dgm:t>
        <a:bodyPr/>
        <a:lstStyle/>
        <a:p>
          <a:endParaRPr lang="en-US"/>
        </a:p>
      </dgm:t>
    </dgm:pt>
    <dgm:pt modelId="{9354A0FF-B808-4F07-ADBF-56180FF13F2B}">
      <dgm:prSet phldrT="[Text]" custT="1"/>
      <dgm:spPr>
        <a:noFill/>
      </dgm:spPr>
      <dgm:t>
        <a:bodyPr/>
        <a:lstStyle/>
        <a:p>
          <a:pPr>
            <a:buNone/>
          </a:pPr>
          <a:r>
            <a: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Embedding Model - </a:t>
          </a:r>
          <a:r>
            <a: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sentence-transformers</a:t>
          </a:r>
          <a:endParaRPr lang="en-US" sz="2000" b="1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6B514570-4B59-4C6D-9ED0-4E85AD748AD5}" type="parTrans" cxnId="{75A37EA3-4FF4-4FAA-B681-126760017C4B}">
      <dgm:prSet/>
      <dgm:spPr/>
      <dgm:t>
        <a:bodyPr/>
        <a:lstStyle/>
        <a:p>
          <a:endParaRPr lang="en-US"/>
        </a:p>
      </dgm:t>
    </dgm:pt>
    <dgm:pt modelId="{5A5389A3-B94E-45FE-A5C4-F2DC4F5E9FD2}" type="sibTrans" cxnId="{75A37EA3-4FF4-4FAA-B681-126760017C4B}">
      <dgm:prSet/>
      <dgm:spPr/>
      <dgm:t>
        <a:bodyPr/>
        <a:lstStyle/>
        <a:p>
          <a:endParaRPr lang="en-US"/>
        </a:p>
      </dgm:t>
    </dgm:pt>
    <dgm:pt modelId="{221EFABD-9B0F-4301-B586-624A5905EE3E}">
      <dgm:prSet custT="1"/>
      <dgm:spPr/>
      <dgm:t>
        <a:bodyPr/>
        <a:lstStyle/>
        <a:p>
          <a:pPr>
            <a:buNone/>
          </a:pPr>
          <a:r>
            <a: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Reason: cost control + private deployment simulation</a:t>
          </a:r>
          <a:endParaRPr lang="en-US" sz="19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20E22F03-50CB-4780-9009-2EB50FDB8E2D}" type="parTrans" cxnId="{BE63C760-405A-41C9-8AC7-991C08F2B096}">
      <dgm:prSet/>
      <dgm:spPr/>
      <dgm:t>
        <a:bodyPr/>
        <a:lstStyle/>
        <a:p>
          <a:endParaRPr lang="en-US"/>
        </a:p>
      </dgm:t>
    </dgm:pt>
    <dgm:pt modelId="{0375F0C1-BFCA-49F5-B819-97FB65DDC92F}" type="sibTrans" cxnId="{BE63C760-405A-41C9-8AC7-991C08F2B096}">
      <dgm:prSet/>
      <dgm:spPr/>
      <dgm:t>
        <a:bodyPr/>
        <a:lstStyle/>
        <a:p>
          <a:endParaRPr lang="en-US"/>
        </a:p>
      </dgm:t>
    </dgm:pt>
    <dgm:pt modelId="{3767A6D3-27E9-4597-B744-09CE719848F2}">
      <dgm:prSet custT="1"/>
      <dgm:spPr/>
      <dgm:t>
        <a:bodyPr/>
        <a:lstStyle/>
        <a:p>
          <a:pPr>
            <a:buNone/>
          </a:pPr>
          <a:r>
            <a: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Tradeoff: smaller model vs embedding richness(lightweight, CPU-friendly)</a:t>
          </a:r>
        </a:p>
      </dgm:t>
    </dgm:pt>
    <dgm:pt modelId="{E85C5CBC-EDB1-45C3-823D-A9F1AAE3E49D}" type="parTrans" cxnId="{4D9F2563-8823-41AD-AD86-CBA41C11BAB8}">
      <dgm:prSet/>
      <dgm:spPr/>
      <dgm:t>
        <a:bodyPr/>
        <a:lstStyle/>
        <a:p>
          <a:endParaRPr lang="en-US"/>
        </a:p>
      </dgm:t>
    </dgm:pt>
    <dgm:pt modelId="{4C8BA78D-909C-4EBF-88B9-5834ACE7E8E3}" type="sibTrans" cxnId="{4D9F2563-8823-41AD-AD86-CBA41C11BAB8}">
      <dgm:prSet/>
      <dgm:spPr/>
      <dgm:t>
        <a:bodyPr/>
        <a:lstStyle/>
        <a:p>
          <a:endParaRPr lang="en-US"/>
        </a:p>
      </dgm:t>
    </dgm:pt>
    <dgm:pt modelId="{46D3DE61-8590-4E6D-A308-DBEF8D7F68E3}">
      <dgm:prSet custT="1"/>
      <dgm:spPr>
        <a:noFill/>
      </dgm:spPr>
      <dgm:t>
        <a:bodyPr/>
        <a:lstStyle/>
        <a:p>
          <a:pPr>
            <a:buNone/>
          </a:pPr>
          <a:r>
            <a: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Vector Store - </a:t>
          </a:r>
          <a:r>
            <a: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Chroma</a:t>
          </a:r>
          <a:endParaRPr lang="en-US" sz="2000" b="1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AB3F3B8D-88E1-432C-A6B3-97AA9C2BF304}" type="parTrans" cxnId="{670FADEE-C1D6-468B-B878-B81CBD5DBD1D}">
      <dgm:prSet/>
      <dgm:spPr/>
      <dgm:t>
        <a:bodyPr/>
        <a:lstStyle/>
        <a:p>
          <a:endParaRPr lang="en-US"/>
        </a:p>
      </dgm:t>
    </dgm:pt>
    <dgm:pt modelId="{54110DCC-DB50-494B-AF89-3D50BC429A8A}" type="sibTrans" cxnId="{670FADEE-C1D6-468B-B878-B81CBD5DBD1D}">
      <dgm:prSet/>
      <dgm:spPr/>
      <dgm:t>
        <a:bodyPr/>
        <a:lstStyle/>
        <a:p>
          <a:endParaRPr lang="en-US"/>
        </a:p>
      </dgm:t>
    </dgm:pt>
    <dgm:pt modelId="{D20DD158-91D3-45A9-8393-29B9920CC9AB}">
      <dgm:prSet custT="1"/>
      <dgm:spPr/>
      <dgm:t>
        <a:bodyPr/>
        <a:lstStyle/>
        <a:p>
          <a:pPr>
            <a:buNone/>
          </a:pPr>
          <a:r>
            <a: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Reason: simple setup, fast local indexing</a:t>
          </a:r>
          <a:endParaRPr lang="en-US" sz="19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181621CA-9F2E-4636-9440-7D5FF03EE1AB}" type="parTrans" cxnId="{3FCE132C-4961-4ACE-A1FE-AC1712B35620}">
      <dgm:prSet/>
      <dgm:spPr/>
      <dgm:t>
        <a:bodyPr/>
        <a:lstStyle/>
        <a:p>
          <a:endParaRPr lang="en-US"/>
        </a:p>
      </dgm:t>
    </dgm:pt>
    <dgm:pt modelId="{61682AC1-34B4-4F4C-A828-663B1C036B25}" type="sibTrans" cxnId="{3FCE132C-4961-4ACE-A1FE-AC1712B35620}">
      <dgm:prSet/>
      <dgm:spPr/>
      <dgm:t>
        <a:bodyPr/>
        <a:lstStyle/>
        <a:p>
          <a:endParaRPr lang="en-US"/>
        </a:p>
      </dgm:t>
    </dgm:pt>
    <dgm:pt modelId="{BBE45022-DD26-46B6-AF22-52D705AF7081}">
      <dgm:prSet custT="1"/>
      <dgm:spPr>
        <a:noFill/>
      </dgm:spPr>
      <dgm:t>
        <a:bodyPr/>
        <a:lstStyle/>
        <a:p>
          <a:pPr>
            <a:buNone/>
          </a:pPr>
          <a:r>
            <a: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Retrieval Strategy - </a:t>
          </a:r>
          <a:r>
            <a: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Top-K + similarity threshold</a:t>
          </a:r>
          <a:endParaRPr lang="en-US" sz="2000" b="1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F9A60702-DD57-4DE3-8B21-9B9D357F9C68}" type="parTrans" cxnId="{8D7560E2-A953-4BDA-9E53-37A74EAF6A12}">
      <dgm:prSet/>
      <dgm:spPr/>
      <dgm:t>
        <a:bodyPr/>
        <a:lstStyle/>
        <a:p>
          <a:endParaRPr lang="en-US"/>
        </a:p>
      </dgm:t>
    </dgm:pt>
    <dgm:pt modelId="{C2C6B726-963F-446C-97D0-5C4CDFC186A5}" type="sibTrans" cxnId="{8D7560E2-A953-4BDA-9E53-37A74EAF6A12}">
      <dgm:prSet/>
      <dgm:spPr/>
      <dgm:t>
        <a:bodyPr/>
        <a:lstStyle/>
        <a:p>
          <a:endParaRPr lang="en-US"/>
        </a:p>
      </dgm:t>
    </dgm:pt>
    <dgm:pt modelId="{8576DB89-BAD8-4662-9215-F9A76D63D815}">
      <dgm:prSet custT="1"/>
      <dgm:spPr/>
      <dgm:t>
        <a:bodyPr/>
        <a:lstStyle/>
        <a:p>
          <a:pPr>
            <a:buNone/>
          </a:pPr>
          <a:r>
            <a: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Tradeoff: precision vs recall</a:t>
          </a:r>
        </a:p>
      </dgm:t>
    </dgm:pt>
    <dgm:pt modelId="{D9AD628D-DF33-4E10-8125-37E01DCFD022}" type="parTrans" cxnId="{71B7FCA8-DF88-4BB9-BFCD-B1F2B45E0155}">
      <dgm:prSet/>
      <dgm:spPr/>
      <dgm:t>
        <a:bodyPr/>
        <a:lstStyle/>
        <a:p>
          <a:endParaRPr lang="en-US"/>
        </a:p>
      </dgm:t>
    </dgm:pt>
    <dgm:pt modelId="{9E3BE0B4-7028-4C55-81FB-D9D02D12F07C}" type="sibTrans" cxnId="{71B7FCA8-DF88-4BB9-BFCD-B1F2B45E0155}">
      <dgm:prSet/>
      <dgm:spPr/>
      <dgm:t>
        <a:bodyPr/>
        <a:lstStyle/>
        <a:p>
          <a:endParaRPr lang="en-US"/>
        </a:p>
      </dgm:t>
    </dgm:pt>
    <dgm:pt modelId="{CC8A7901-76F3-4151-B713-CAF457143C79}" type="pres">
      <dgm:prSet presAssocID="{C71A931B-CE55-419D-BEC3-0BA06FBE20F4}" presName="linear" presStyleCnt="0">
        <dgm:presLayoutVars>
          <dgm:animLvl val="lvl"/>
          <dgm:resizeHandles val="exact"/>
        </dgm:presLayoutVars>
      </dgm:prSet>
      <dgm:spPr/>
    </dgm:pt>
    <dgm:pt modelId="{0201406B-508C-4210-A931-E23ED7EFB2E2}" type="pres">
      <dgm:prSet presAssocID="{C7E98650-DCD6-4A4F-99B0-28E4238F749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CB2AFE0-571D-4CA9-9954-02A35B1861D2}" type="pres">
      <dgm:prSet presAssocID="{C7E98650-DCD6-4A4F-99B0-28E4238F7498}" presName="childText" presStyleLbl="revTx" presStyleIdx="0" presStyleCnt="4">
        <dgm:presLayoutVars>
          <dgm:bulletEnabled val="1"/>
        </dgm:presLayoutVars>
      </dgm:prSet>
      <dgm:spPr/>
    </dgm:pt>
    <dgm:pt modelId="{A8DEF6C2-7606-4344-96D5-F182AFFBDAC4}" type="pres">
      <dgm:prSet presAssocID="{9354A0FF-B808-4F07-ADBF-56180FF13F2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DE93529-84C9-49B4-9C90-61880043735B}" type="pres">
      <dgm:prSet presAssocID="{9354A0FF-B808-4F07-ADBF-56180FF13F2B}" presName="childText" presStyleLbl="revTx" presStyleIdx="1" presStyleCnt="4">
        <dgm:presLayoutVars>
          <dgm:bulletEnabled val="1"/>
        </dgm:presLayoutVars>
      </dgm:prSet>
      <dgm:spPr/>
    </dgm:pt>
    <dgm:pt modelId="{A017DB6C-B4FF-47A2-A879-4439EE260F47}" type="pres">
      <dgm:prSet presAssocID="{46D3DE61-8590-4E6D-A308-DBEF8D7F68E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A10E56D-7564-496C-970C-FC019646D0A3}" type="pres">
      <dgm:prSet presAssocID="{46D3DE61-8590-4E6D-A308-DBEF8D7F68E3}" presName="childText" presStyleLbl="revTx" presStyleIdx="2" presStyleCnt="4">
        <dgm:presLayoutVars>
          <dgm:bulletEnabled val="1"/>
        </dgm:presLayoutVars>
      </dgm:prSet>
      <dgm:spPr/>
    </dgm:pt>
    <dgm:pt modelId="{41855756-8E37-4B1D-A771-B0D84A0BCA3C}" type="pres">
      <dgm:prSet presAssocID="{BBE45022-DD26-46B6-AF22-52D705AF7081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7B378BDB-08DC-4842-9FFD-3EA5B2E34072}" type="pres">
      <dgm:prSet presAssocID="{BBE45022-DD26-46B6-AF22-52D705AF7081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302E3B06-FAAE-4BC5-A37E-7F0AAABA27C4}" type="presOf" srcId="{8576DB89-BAD8-4662-9215-F9A76D63D815}" destId="{7B378BDB-08DC-4842-9FFD-3EA5B2E34072}" srcOrd="0" destOrd="0" presId="urn:microsoft.com/office/officeart/2005/8/layout/vList2"/>
    <dgm:cxn modelId="{7571170F-142F-437C-9D8D-75F23D1E0B7E}" type="presOf" srcId="{BBE45022-DD26-46B6-AF22-52D705AF7081}" destId="{41855756-8E37-4B1D-A771-B0D84A0BCA3C}" srcOrd="0" destOrd="0" presId="urn:microsoft.com/office/officeart/2005/8/layout/vList2"/>
    <dgm:cxn modelId="{B4B7ED11-A779-4A1F-B644-604796084E56}" type="presOf" srcId="{C71A931B-CE55-419D-BEC3-0BA06FBE20F4}" destId="{CC8A7901-76F3-4151-B713-CAF457143C79}" srcOrd="0" destOrd="0" presId="urn:microsoft.com/office/officeart/2005/8/layout/vList2"/>
    <dgm:cxn modelId="{5F806B13-1236-4B2C-B936-E2ED865EB82C}" srcId="{C71A931B-CE55-419D-BEC3-0BA06FBE20F4}" destId="{C7E98650-DCD6-4A4F-99B0-28E4238F7498}" srcOrd="0" destOrd="0" parTransId="{9B86215B-9B1D-4A2A-BD08-93BADA2D4FF8}" sibTransId="{B7C5BAC5-1C92-4590-ABEB-F8CE18DB5C67}"/>
    <dgm:cxn modelId="{FD7AFC24-09E2-4137-A8A9-1DA3C8A73819}" type="presOf" srcId="{46D3DE61-8590-4E6D-A308-DBEF8D7F68E3}" destId="{A017DB6C-B4FF-47A2-A879-4439EE260F47}" srcOrd="0" destOrd="0" presId="urn:microsoft.com/office/officeart/2005/8/layout/vList2"/>
    <dgm:cxn modelId="{3FCE132C-4961-4ACE-A1FE-AC1712B35620}" srcId="{46D3DE61-8590-4E6D-A308-DBEF8D7F68E3}" destId="{D20DD158-91D3-45A9-8393-29B9920CC9AB}" srcOrd="0" destOrd="0" parTransId="{181621CA-9F2E-4636-9440-7D5FF03EE1AB}" sibTransId="{61682AC1-34B4-4F4C-A828-663B1C036B25}"/>
    <dgm:cxn modelId="{9765A160-8AEB-4324-852A-50DA6B7399A8}" type="presOf" srcId="{3767A6D3-27E9-4597-B744-09CE719848F2}" destId="{3DE93529-84C9-49B4-9C90-61880043735B}" srcOrd="0" destOrd="0" presId="urn:microsoft.com/office/officeart/2005/8/layout/vList2"/>
    <dgm:cxn modelId="{BE63C760-405A-41C9-8AC7-991C08F2B096}" srcId="{C7E98650-DCD6-4A4F-99B0-28E4238F7498}" destId="{221EFABD-9B0F-4301-B586-624A5905EE3E}" srcOrd="0" destOrd="0" parTransId="{20E22F03-50CB-4780-9009-2EB50FDB8E2D}" sibTransId="{0375F0C1-BFCA-49F5-B819-97FB65DDC92F}"/>
    <dgm:cxn modelId="{4D9F2563-8823-41AD-AD86-CBA41C11BAB8}" srcId="{9354A0FF-B808-4F07-ADBF-56180FF13F2B}" destId="{3767A6D3-27E9-4597-B744-09CE719848F2}" srcOrd="0" destOrd="0" parTransId="{E85C5CBC-EDB1-45C3-823D-A9F1AAE3E49D}" sibTransId="{4C8BA78D-909C-4EBF-88B9-5834ACE7E8E3}"/>
    <dgm:cxn modelId="{5C188645-F87F-4560-92E8-38BEB5E00774}" type="presOf" srcId="{C7E98650-DCD6-4A4F-99B0-28E4238F7498}" destId="{0201406B-508C-4210-A931-E23ED7EFB2E2}" srcOrd="0" destOrd="0" presId="urn:microsoft.com/office/officeart/2005/8/layout/vList2"/>
    <dgm:cxn modelId="{1D2B3891-FF31-44B5-BA10-7F1E9DF3084E}" type="presOf" srcId="{221EFABD-9B0F-4301-B586-624A5905EE3E}" destId="{4CB2AFE0-571D-4CA9-9954-02A35B1861D2}" srcOrd="0" destOrd="0" presId="urn:microsoft.com/office/officeart/2005/8/layout/vList2"/>
    <dgm:cxn modelId="{75A37EA3-4FF4-4FAA-B681-126760017C4B}" srcId="{C71A931B-CE55-419D-BEC3-0BA06FBE20F4}" destId="{9354A0FF-B808-4F07-ADBF-56180FF13F2B}" srcOrd="1" destOrd="0" parTransId="{6B514570-4B59-4C6D-9ED0-4E85AD748AD5}" sibTransId="{5A5389A3-B94E-45FE-A5C4-F2DC4F5E9FD2}"/>
    <dgm:cxn modelId="{714B9BA5-3881-486C-8ADF-08C69663E8BD}" type="presOf" srcId="{9354A0FF-B808-4F07-ADBF-56180FF13F2B}" destId="{A8DEF6C2-7606-4344-96D5-F182AFFBDAC4}" srcOrd="0" destOrd="0" presId="urn:microsoft.com/office/officeart/2005/8/layout/vList2"/>
    <dgm:cxn modelId="{71B7FCA8-DF88-4BB9-BFCD-B1F2B45E0155}" srcId="{BBE45022-DD26-46B6-AF22-52D705AF7081}" destId="{8576DB89-BAD8-4662-9215-F9A76D63D815}" srcOrd="0" destOrd="0" parTransId="{D9AD628D-DF33-4E10-8125-37E01DCFD022}" sibTransId="{9E3BE0B4-7028-4C55-81FB-D9D02D12F07C}"/>
    <dgm:cxn modelId="{A8CC14CF-0B37-4148-8757-A6D9A2A63D39}" type="presOf" srcId="{D20DD158-91D3-45A9-8393-29B9920CC9AB}" destId="{2A10E56D-7564-496C-970C-FC019646D0A3}" srcOrd="0" destOrd="0" presId="urn:microsoft.com/office/officeart/2005/8/layout/vList2"/>
    <dgm:cxn modelId="{8D7560E2-A953-4BDA-9E53-37A74EAF6A12}" srcId="{C71A931B-CE55-419D-BEC3-0BA06FBE20F4}" destId="{BBE45022-DD26-46B6-AF22-52D705AF7081}" srcOrd="3" destOrd="0" parTransId="{F9A60702-DD57-4DE3-8B21-9B9D357F9C68}" sibTransId="{C2C6B726-963F-446C-97D0-5C4CDFC186A5}"/>
    <dgm:cxn modelId="{670FADEE-C1D6-468B-B878-B81CBD5DBD1D}" srcId="{C71A931B-CE55-419D-BEC3-0BA06FBE20F4}" destId="{46D3DE61-8590-4E6D-A308-DBEF8D7F68E3}" srcOrd="2" destOrd="0" parTransId="{AB3F3B8D-88E1-432C-A6B3-97AA9C2BF304}" sibTransId="{54110DCC-DB50-494B-AF89-3D50BC429A8A}"/>
    <dgm:cxn modelId="{1C0F4A38-2FFC-4C63-968F-43F02330E61F}" type="presParOf" srcId="{CC8A7901-76F3-4151-B713-CAF457143C79}" destId="{0201406B-508C-4210-A931-E23ED7EFB2E2}" srcOrd="0" destOrd="0" presId="urn:microsoft.com/office/officeart/2005/8/layout/vList2"/>
    <dgm:cxn modelId="{56F304F7-8A7C-4C0E-A52C-04A1BDB74376}" type="presParOf" srcId="{CC8A7901-76F3-4151-B713-CAF457143C79}" destId="{4CB2AFE0-571D-4CA9-9954-02A35B1861D2}" srcOrd="1" destOrd="0" presId="urn:microsoft.com/office/officeart/2005/8/layout/vList2"/>
    <dgm:cxn modelId="{2152E073-D029-4D68-ABDD-2431DEE45285}" type="presParOf" srcId="{CC8A7901-76F3-4151-B713-CAF457143C79}" destId="{A8DEF6C2-7606-4344-96D5-F182AFFBDAC4}" srcOrd="2" destOrd="0" presId="urn:microsoft.com/office/officeart/2005/8/layout/vList2"/>
    <dgm:cxn modelId="{474BB09C-E91F-4989-BA6A-8C19429166F9}" type="presParOf" srcId="{CC8A7901-76F3-4151-B713-CAF457143C79}" destId="{3DE93529-84C9-49B4-9C90-61880043735B}" srcOrd="3" destOrd="0" presId="urn:microsoft.com/office/officeart/2005/8/layout/vList2"/>
    <dgm:cxn modelId="{2CCF0588-AD63-4A1F-B10A-0D91526F554B}" type="presParOf" srcId="{CC8A7901-76F3-4151-B713-CAF457143C79}" destId="{A017DB6C-B4FF-47A2-A879-4439EE260F47}" srcOrd="4" destOrd="0" presId="urn:microsoft.com/office/officeart/2005/8/layout/vList2"/>
    <dgm:cxn modelId="{C527793D-AC34-4A51-A911-F70A78663514}" type="presParOf" srcId="{CC8A7901-76F3-4151-B713-CAF457143C79}" destId="{2A10E56D-7564-496C-970C-FC019646D0A3}" srcOrd="5" destOrd="0" presId="urn:microsoft.com/office/officeart/2005/8/layout/vList2"/>
    <dgm:cxn modelId="{DFD0AB53-8D72-4273-88EF-6DD1B7B5B627}" type="presParOf" srcId="{CC8A7901-76F3-4151-B713-CAF457143C79}" destId="{41855756-8E37-4B1D-A771-B0D84A0BCA3C}" srcOrd="6" destOrd="0" presId="urn:microsoft.com/office/officeart/2005/8/layout/vList2"/>
    <dgm:cxn modelId="{DE78F20C-4EA5-4063-840D-9E5D36291CBE}" type="presParOf" srcId="{CC8A7901-76F3-4151-B713-CAF457143C79}" destId="{7B378BDB-08DC-4842-9FFD-3EA5B2E34072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65F1E79-DC0A-4845-B045-F9556159AC26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3FB7E61-1B65-4DC4-9000-4B265C3B1952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Retrieval Metrics</a:t>
          </a:r>
          <a:endParaRPr lang="en-US" sz="20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FA273D58-0E93-47BD-82AB-45433CB5004D}" type="parTrans" cxnId="{2E09F3F3-5959-4C6E-8EE2-22E1C90E366F}">
      <dgm:prSet/>
      <dgm:spPr/>
      <dgm:t>
        <a:bodyPr/>
        <a:lstStyle/>
        <a:p>
          <a:endParaRPr lang="en-US"/>
        </a:p>
      </dgm:t>
    </dgm:pt>
    <dgm:pt modelId="{C4A19611-2EFB-4448-90E0-3F4407C1F3F1}" type="sibTrans" cxnId="{2E09F3F3-5959-4C6E-8EE2-22E1C90E366F}">
      <dgm:prSet/>
      <dgm:spPr/>
      <dgm:t>
        <a:bodyPr/>
        <a:lstStyle/>
        <a:p>
          <a:endParaRPr lang="en-US"/>
        </a:p>
      </dgm:t>
    </dgm:pt>
    <dgm:pt modelId="{D2F7DB12-708F-4B4E-AE78-FA1D69C046E0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20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Performance Metrics</a:t>
          </a:r>
          <a:endParaRPr lang="en-US" sz="2000"/>
        </a:p>
      </dgm:t>
    </dgm:pt>
    <dgm:pt modelId="{99F6CADE-960C-41BB-A8AD-89E3A3DB4C7D}" type="parTrans" cxnId="{713D6DA5-1A9B-4216-A106-0F023511DAD6}">
      <dgm:prSet/>
      <dgm:spPr/>
      <dgm:t>
        <a:bodyPr/>
        <a:lstStyle/>
        <a:p>
          <a:endParaRPr lang="en-US"/>
        </a:p>
      </dgm:t>
    </dgm:pt>
    <dgm:pt modelId="{DCC870C9-9422-4D59-A2F6-1ECCFEA95DF9}" type="sibTrans" cxnId="{713D6DA5-1A9B-4216-A106-0F023511DAD6}">
      <dgm:prSet/>
      <dgm:spPr/>
      <dgm:t>
        <a:bodyPr/>
        <a:lstStyle/>
        <a:p>
          <a:endParaRPr lang="en-US"/>
        </a:p>
      </dgm:t>
    </dgm:pt>
    <dgm:pt modelId="{B5C026DA-FC9B-484A-A6AC-61677582FADA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20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Trust Controls</a:t>
          </a:r>
          <a:endParaRPr lang="en-US" sz="2000"/>
        </a:p>
      </dgm:t>
    </dgm:pt>
    <dgm:pt modelId="{6EBEFE53-5DF6-48DA-9233-FFBC609FDD88}" type="parTrans" cxnId="{FEACA5DC-CFD6-480F-93AE-03F115753987}">
      <dgm:prSet/>
      <dgm:spPr/>
      <dgm:t>
        <a:bodyPr/>
        <a:lstStyle/>
        <a:p>
          <a:endParaRPr lang="en-US"/>
        </a:p>
      </dgm:t>
    </dgm:pt>
    <dgm:pt modelId="{718AFB99-CA18-4F86-9D79-32BFA04FE0E2}" type="sibTrans" cxnId="{FEACA5DC-CFD6-480F-93AE-03F115753987}">
      <dgm:prSet/>
      <dgm:spPr/>
      <dgm:t>
        <a:bodyPr/>
        <a:lstStyle/>
        <a:p>
          <a:endParaRPr lang="en-US"/>
        </a:p>
      </dgm:t>
    </dgm:pt>
    <dgm:pt modelId="{51116123-4E5B-4F68-9192-E639A119F72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Recall@K</a:t>
          </a:r>
          <a:endParaRPr lang="en-US" sz="1800"/>
        </a:p>
      </dgm:t>
    </dgm:pt>
    <dgm:pt modelId="{97874A59-016D-41A9-91FF-CA0A8F172C0C}" type="parTrans" cxnId="{A7683771-5357-4936-9340-A198EB395BFC}">
      <dgm:prSet/>
      <dgm:spPr/>
      <dgm:t>
        <a:bodyPr/>
        <a:lstStyle/>
        <a:p>
          <a:endParaRPr lang="en-US"/>
        </a:p>
      </dgm:t>
    </dgm:pt>
    <dgm:pt modelId="{FE09AC4E-F872-49A0-9832-874DEB35FD58}" type="sibTrans" cxnId="{A7683771-5357-4936-9340-A198EB395BFC}">
      <dgm:prSet/>
      <dgm:spPr/>
      <dgm:t>
        <a:bodyPr/>
        <a:lstStyle/>
        <a:p>
          <a:endParaRPr lang="en-US"/>
        </a:p>
      </dgm:t>
    </dgm:pt>
    <dgm:pt modelId="{8FDC86C9-D92F-4BF3-9F75-E3F8AF117AA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MRR</a:t>
          </a:r>
        </a:p>
      </dgm:t>
    </dgm:pt>
    <dgm:pt modelId="{13F0B3F4-B48E-4E3A-B214-FF5284040C31}" type="parTrans" cxnId="{89AAC87B-782E-4926-9C7E-823D16C78ED0}">
      <dgm:prSet/>
      <dgm:spPr/>
      <dgm:t>
        <a:bodyPr/>
        <a:lstStyle/>
        <a:p>
          <a:endParaRPr lang="en-US"/>
        </a:p>
      </dgm:t>
    </dgm:pt>
    <dgm:pt modelId="{22CDCB83-EA2D-41D7-8C4A-D9A9236A8E87}" type="sibTrans" cxnId="{89AAC87B-782E-4926-9C7E-823D16C78ED0}">
      <dgm:prSet/>
      <dgm:spPr/>
      <dgm:t>
        <a:bodyPr/>
        <a:lstStyle/>
        <a:p>
          <a:endParaRPr lang="en-US"/>
        </a:p>
      </dgm:t>
    </dgm:pt>
    <dgm:pt modelId="{EC4CD945-5962-474F-BD96-00C68025F63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Context sufficiency rate</a:t>
          </a:r>
        </a:p>
      </dgm:t>
    </dgm:pt>
    <dgm:pt modelId="{1A26F24B-BEF8-4368-B717-487AFF609298}" type="parTrans" cxnId="{32F93931-7E2D-4830-9A88-7E1F0C767B03}">
      <dgm:prSet/>
      <dgm:spPr/>
      <dgm:t>
        <a:bodyPr/>
        <a:lstStyle/>
        <a:p>
          <a:endParaRPr lang="en-US"/>
        </a:p>
      </dgm:t>
    </dgm:pt>
    <dgm:pt modelId="{235CE880-2B33-4696-963E-9C186D17BA9A}" type="sibTrans" cxnId="{32F93931-7E2D-4830-9A88-7E1F0C767B03}">
      <dgm:prSet/>
      <dgm:spPr/>
      <dgm:t>
        <a:bodyPr/>
        <a:lstStyle/>
        <a:p>
          <a:endParaRPr lang="en-US"/>
        </a:p>
      </dgm:t>
    </dgm:pt>
    <dgm:pt modelId="{9F159C43-DB37-4973-B2C9-309FBB187A7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Token usage</a:t>
          </a:r>
        </a:p>
      </dgm:t>
    </dgm:pt>
    <dgm:pt modelId="{0D1C49D4-70C3-4896-A8C9-3F9CF916C218}" type="parTrans" cxnId="{DAF632EA-090A-4433-A653-3C49BDFD1C6C}">
      <dgm:prSet/>
      <dgm:spPr/>
      <dgm:t>
        <a:bodyPr/>
        <a:lstStyle/>
        <a:p>
          <a:endParaRPr lang="en-US"/>
        </a:p>
      </dgm:t>
    </dgm:pt>
    <dgm:pt modelId="{8E9F8958-7671-4DE1-9785-53E7E41FC4DE}" type="sibTrans" cxnId="{DAF632EA-090A-4433-A653-3C49BDFD1C6C}">
      <dgm:prSet/>
      <dgm:spPr/>
      <dgm:t>
        <a:bodyPr/>
        <a:lstStyle/>
        <a:p>
          <a:endParaRPr lang="en-US"/>
        </a:p>
      </dgm:t>
    </dgm:pt>
    <dgm:pt modelId="{DD2773AB-8CB1-4D23-9E4D-2008192A905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GPU utilization</a:t>
          </a:r>
        </a:p>
      </dgm:t>
    </dgm:pt>
    <dgm:pt modelId="{08080DB2-088D-4348-96FC-009BE3CD2F5C}" type="parTrans" cxnId="{5E1E3408-B77D-4819-B0B5-F37EE1E30480}">
      <dgm:prSet/>
      <dgm:spPr/>
      <dgm:t>
        <a:bodyPr/>
        <a:lstStyle/>
        <a:p>
          <a:endParaRPr lang="en-US"/>
        </a:p>
      </dgm:t>
    </dgm:pt>
    <dgm:pt modelId="{6E059A90-D8A9-4CC0-9AB7-3FBC57C56E85}" type="sibTrans" cxnId="{5E1E3408-B77D-4819-B0B5-F37EE1E30480}">
      <dgm:prSet/>
      <dgm:spPr/>
      <dgm:t>
        <a:bodyPr/>
        <a:lstStyle/>
        <a:p>
          <a:endParaRPr lang="en-US"/>
        </a:p>
      </dgm:t>
    </dgm:pt>
    <dgm:pt modelId="{90CA42B1-DD98-41D1-A2D3-59AEDD3C358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p50 / p95 latency</a:t>
          </a:r>
          <a:endParaRPr lang="en-US" sz="1800"/>
        </a:p>
      </dgm:t>
    </dgm:pt>
    <dgm:pt modelId="{1549B4D5-3719-48E1-A3DB-2F0DEE342ED2}" type="parTrans" cxnId="{9FAFAFCA-672A-4F38-9824-90F7C8575637}">
      <dgm:prSet/>
      <dgm:spPr/>
      <dgm:t>
        <a:bodyPr/>
        <a:lstStyle/>
        <a:p>
          <a:endParaRPr lang="en-US"/>
        </a:p>
      </dgm:t>
    </dgm:pt>
    <dgm:pt modelId="{2FFC7934-6482-4511-9EFD-0641C111EA16}" type="sibTrans" cxnId="{9FAFAFCA-672A-4F38-9824-90F7C8575637}">
      <dgm:prSet/>
      <dgm:spPr/>
      <dgm:t>
        <a:bodyPr/>
        <a:lstStyle/>
        <a:p>
          <a:endParaRPr lang="en-US"/>
        </a:p>
      </dgm:t>
    </dgm:pt>
    <dgm:pt modelId="{4980A1D9-7329-4C44-ACE1-6B9C681B083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Refusal policy</a:t>
          </a:r>
          <a:endParaRPr lang="en-US" sz="1800"/>
        </a:p>
      </dgm:t>
    </dgm:pt>
    <dgm:pt modelId="{D1BEAB31-CB97-4068-B9E2-1534BF5EE930}" type="parTrans" cxnId="{427DC50E-769A-4F3F-B0DB-1B83DD299AFE}">
      <dgm:prSet/>
      <dgm:spPr/>
      <dgm:t>
        <a:bodyPr/>
        <a:lstStyle/>
        <a:p>
          <a:endParaRPr lang="en-US"/>
        </a:p>
      </dgm:t>
    </dgm:pt>
    <dgm:pt modelId="{242357E2-66C5-4DA0-B38A-EA8D5C1DB5DF}" type="sibTrans" cxnId="{427DC50E-769A-4F3F-B0DB-1B83DD299AFE}">
      <dgm:prSet/>
      <dgm:spPr/>
      <dgm:t>
        <a:bodyPr/>
        <a:lstStyle/>
        <a:p>
          <a:endParaRPr lang="en-US"/>
        </a:p>
      </dgm:t>
    </dgm:pt>
    <dgm:pt modelId="{0222741D-51B7-4865-914B-9367AB39D2E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Citation validation</a:t>
          </a:r>
        </a:p>
      </dgm:t>
    </dgm:pt>
    <dgm:pt modelId="{734D1127-65B3-40F6-B3ED-7D85A6C11807}" type="parTrans" cxnId="{52236BDC-2741-4136-86B9-20972242EE68}">
      <dgm:prSet/>
      <dgm:spPr/>
      <dgm:t>
        <a:bodyPr/>
        <a:lstStyle/>
        <a:p>
          <a:endParaRPr lang="en-US"/>
        </a:p>
      </dgm:t>
    </dgm:pt>
    <dgm:pt modelId="{4873A058-34C7-483E-9F47-B689D39BA595}" type="sibTrans" cxnId="{52236BDC-2741-4136-86B9-20972242EE68}">
      <dgm:prSet/>
      <dgm:spPr/>
      <dgm:t>
        <a:bodyPr/>
        <a:lstStyle/>
        <a:p>
          <a:endParaRPr lang="en-US"/>
        </a:p>
      </dgm:t>
    </dgm:pt>
    <dgm:pt modelId="{3D566B15-8BF5-4332-9033-94B0B408A5D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Logging &amp; traceability</a:t>
          </a:r>
        </a:p>
      </dgm:t>
    </dgm:pt>
    <dgm:pt modelId="{8549A8A0-E31C-47A1-A9EC-4BC21F35BD7B}" type="parTrans" cxnId="{C7ACF1BA-0FD4-4116-8AB8-33D9B6D08D45}">
      <dgm:prSet/>
      <dgm:spPr/>
      <dgm:t>
        <a:bodyPr/>
        <a:lstStyle/>
        <a:p>
          <a:endParaRPr lang="en-US"/>
        </a:p>
      </dgm:t>
    </dgm:pt>
    <dgm:pt modelId="{867BE4DF-1E3E-470F-A449-BE236810CEF4}" type="sibTrans" cxnId="{C7ACF1BA-0FD4-4116-8AB8-33D9B6D08D45}">
      <dgm:prSet/>
      <dgm:spPr/>
      <dgm:t>
        <a:bodyPr/>
        <a:lstStyle/>
        <a:p>
          <a:endParaRPr lang="en-US"/>
        </a:p>
      </dgm:t>
    </dgm:pt>
    <dgm:pt modelId="{3C4B9F3A-D7AF-42A0-B3EF-217DFCA19314}" type="pres">
      <dgm:prSet presAssocID="{165F1E79-DC0A-4845-B045-F9556159AC26}" presName="root" presStyleCnt="0">
        <dgm:presLayoutVars>
          <dgm:dir/>
          <dgm:resizeHandles val="exact"/>
        </dgm:presLayoutVars>
      </dgm:prSet>
      <dgm:spPr/>
    </dgm:pt>
    <dgm:pt modelId="{BCD25C65-BB05-4B24-B08C-80C8666CB8E1}" type="pres">
      <dgm:prSet presAssocID="{B3FB7E61-1B65-4DC4-9000-4B265C3B1952}" presName="compNode" presStyleCnt="0"/>
      <dgm:spPr/>
    </dgm:pt>
    <dgm:pt modelId="{9CCCF9D4-717A-4AF3-8520-218A7E560184}" type="pres">
      <dgm:prSet presAssocID="{B3FB7E61-1B65-4DC4-9000-4B265C3B195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243F3CFF-9A3A-4877-B595-19B41AE8C6E6}" type="pres">
      <dgm:prSet presAssocID="{B3FB7E61-1B65-4DC4-9000-4B265C3B1952}" presName="iconSpace" presStyleCnt="0"/>
      <dgm:spPr/>
    </dgm:pt>
    <dgm:pt modelId="{802B378A-0921-4491-9605-4ED379029483}" type="pres">
      <dgm:prSet presAssocID="{B3FB7E61-1B65-4DC4-9000-4B265C3B1952}" presName="parTx" presStyleLbl="revTx" presStyleIdx="0" presStyleCnt="6">
        <dgm:presLayoutVars>
          <dgm:chMax val="0"/>
          <dgm:chPref val="0"/>
        </dgm:presLayoutVars>
      </dgm:prSet>
      <dgm:spPr/>
    </dgm:pt>
    <dgm:pt modelId="{7940A6E1-E0FE-47B6-9D19-7D2887C3DC7D}" type="pres">
      <dgm:prSet presAssocID="{B3FB7E61-1B65-4DC4-9000-4B265C3B1952}" presName="txSpace" presStyleCnt="0"/>
      <dgm:spPr/>
    </dgm:pt>
    <dgm:pt modelId="{8512D15A-E3DB-4DDD-8AD9-AE55921075A6}" type="pres">
      <dgm:prSet presAssocID="{B3FB7E61-1B65-4DC4-9000-4B265C3B1952}" presName="desTx" presStyleLbl="revTx" presStyleIdx="1" presStyleCnt="6">
        <dgm:presLayoutVars/>
      </dgm:prSet>
      <dgm:spPr/>
    </dgm:pt>
    <dgm:pt modelId="{A8CF8A3A-E9EE-4DC9-8DEB-946D3ADD02B0}" type="pres">
      <dgm:prSet presAssocID="{C4A19611-2EFB-4448-90E0-3F4407C1F3F1}" presName="sibTrans" presStyleCnt="0"/>
      <dgm:spPr/>
    </dgm:pt>
    <dgm:pt modelId="{3780DD63-3034-48D6-9BC5-4A42DA019402}" type="pres">
      <dgm:prSet presAssocID="{D2F7DB12-708F-4B4E-AE78-FA1D69C046E0}" presName="compNode" presStyleCnt="0"/>
      <dgm:spPr/>
    </dgm:pt>
    <dgm:pt modelId="{133EB4CE-1F48-4563-867A-C4F30C2A0CA0}" type="pres">
      <dgm:prSet presAssocID="{D2F7DB12-708F-4B4E-AE78-FA1D69C046E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433288EC-B570-43DA-A3EA-E98046A22BF6}" type="pres">
      <dgm:prSet presAssocID="{D2F7DB12-708F-4B4E-AE78-FA1D69C046E0}" presName="iconSpace" presStyleCnt="0"/>
      <dgm:spPr/>
    </dgm:pt>
    <dgm:pt modelId="{E9191C3B-88A8-427A-99DE-701946AB851B}" type="pres">
      <dgm:prSet presAssocID="{D2F7DB12-708F-4B4E-AE78-FA1D69C046E0}" presName="parTx" presStyleLbl="revTx" presStyleIdx="2" presStyleCnt="6">
        <dgm:presLayoutVars>
          <dgm:chMax val="0"/>
          <dgm:chPref val="0"/>
        </dgm:presLayoutVars>
      </dgm:prSet>
      <dgm:spPr/>
    </dgm:pt>
    <dgm:pt modelId="{809BA8AB-F81E-4199-8C1D-BAFE79EDE561}" type="pres">
      <dgm:prSet presAssocID="{D2F7DB12-708F-4B4E-AE78-FA1D69C046E0}" presName="txSpace" presStyleCnt="0"/>
      <dgm:spPr/>
    </dgm:pt>
    <dgm:pt modelId="{450D8CEB-A99E-40DC-8258-17CB1A7548F2}" type="pres">
      <dgm:prSet presAssocID="{D2F7DB12-708F-4B4E-AE78-FA1D69C046E0}" presName="desTx" presStyleLbl="revTx" presStyleIdx="3" presStyleCnt="6">
        <dgm:presLayoutVars/>
      </dgm:prSet>
      <dgm:spPr/>
    </dgm:pt>
    <dgm:pt modelId="{25502700-7E04-4525-8E0C-2482DA1E1427}" type="pres">
      <dgm:prSet presAssocID="{DCC870C9-9422-4D59-A2F6-1ECCFEA95DF9}" presName="sibTrans" presStyleCnt="0"/>
      <dgm:spPr/>
    </dgm:pt>
    <dgm:pt modelId="{28078759-C0E5-45DB-896B-525600EA42B3}" type="pres">
      <dgm:prSet presAssocID="{B5C026DA-FC9B-484A-A6AC-61677582FADA}" presName="compNode" presStyleCnt="0"/>
      <dgm:spPr/>
    </dgm:pt>
    <dgm:pt modelId="{764A83D3-AEA7-4EC2-AF82-FCB8CEEC7D05}" type="pres">
      <dgm:prSet presAssocID="{B5C026DA-FC9B-484A-A6AC-61677582FAD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E0D1E8A3-8797-4FA4-BC5D-B4FFFB6C71B1}" type="pres">
      <dgm:prSet presAssocID="{B5C026DA-FC9B-484A-A6AC-61677582FADA}" presName="iconSpace" presStyleCnt="0"/>
      <dgm:spPr/>
    </dgm:pt>
    <dgm:pt modelId="{9B5AC631-7F57-40EB-B1B3-79F1864BC294}" type="pres">
      <dgm:prSet presAssocID="{B5C026DA-FC9B-484A-A6AC-61677582FADA}" presName="parTx" presStyleLbl="revTx" presStyleIdx="4" presStyleCnt="6">
        <dgm:presLayoutVars>
          <dgm:chMax val="0"/>
          <dgm:chPref val="0"/>
        </dgm:presLayoutVars>
      </dgm:prSet>
      <dgm:spPr/>
    </dgm:pt>
    <dgm:pt modelId="{F559759F-34F7-4DB7-A31D-E99E1B699D66}" type="pres">
      <dgm:prSet presAssocID="{B5C026DA-FC9B-484A-A6AC-61677582FADA}" presName="txSpace" presStyleCnt="0"/>
      <dgm:spPr/>
    </dgm:pt>
    <dgm:pt modelId="{F41619D8-D60E-429B-8C67-D8A4BC821CE0}" type="pres">
      <dgm:prSet presAssocID="{B5C026DA-FC9B-484A-A6AC-61677582FADA}" presName="desTx" presStyleLbl="revTx" presStyleIdx="5" presStyleCnt="6">
        <dgm:presLayoutVars/>
      </dgm:prSet>
      <dgm:spPr/>
    </dgm:pt>
  </dgm:ptLst>
  <dgm:cxnLst>
    <dgm:cxn modelId="{5E1E3408-B77D-4819-B0B5-F37EE1E30480}" srcId="{D2F7DB12-708F-4B4E-AE78-FA1D69C046E0}" destId="{DD2773AB-8CB1-4D23-9E4D-2008192A9058}" srcOrd="2" destOrd="0" parTransId="{08080DB2-088D-4348-96FC-009BE3CD2F5C}" sibTransId="{6E059A90-D8A9-4CC0-9AB7-3FBC57C56E85}"/>
    <dgm:cxn modelId="{427DC50E-769A-4F3F-B0DB-1B83DD299AFE}" srcId="{B5C026DA-FC9B-484A-A6AC-61677582FADA}" destId="{4980A1D9-7329-4C44-ACE1-6B9C681B0830}" srcOrd="0" destOrd="0" parTransId="{D1BEAB31-CB97-4068-B9E2-1534BF5EE930}" sibTransId="{242357E2-66C5-4DA0-B38A-EA8D5C1DB5DF}"/>
    <dgm:cxn modelId="{195A9622-2EE3-497E-9BE1-C716BBD1387C}" type="presOf" srcId="{0222741D-51B7-4865-914B-9367AB39D2E4}" destId="{F41619D8-D60E-429B-8C67-D8A4BC821CE0}" srcOrd="0" destOrd="1" presId="urn:microsoft.com/office/officeart/2018/2/layout/IconLabelDescriptionList"/>
    <dgm:cxn modelId="{175CDE25-4E1A-4E24-B088-0837A929A9DE}" type="presOf" srcId="{B3FB7E61-1B65-4DC4-9000-4B265C3B1952}" destId="{802B378A-0921-4491-9605-4ED379029483}" srcOrd="0" destOrd="0" presId="urn:microsoft.com/office/officeart/2018/2/layout/IconLabelDescriptionList"/>
    <dgm:cxn modelId="{2CFC9E2D-3EFD-4EAF-8455-BF087FEE4E45}" type="presOf" srcId="{4980A1D9-7329-4C44-ACE1-6B9C681B0830}" destId="{F41619D8-D60E-429B-8C67-D8A4BC821CE0}" srcOrd="0" destOrd="0" presId="urn:microsoft.com/office/officeart/2018/2/layout/IconLabelDescriptionList"/>
    <dgm:cxn modelId="{32F93931-7E2D-4830-9A88-7E1F0C767B03}" srcId="{B3FB7E61-1B65-4DC4-9000-4B265C3B1952}" destId="{EC4CD945-5962-474F-BD96-00C68025F630}" srcOrd="2" destOrd="0" parTransId="{1A26F24B-BEF8-4368-B717-487AFF609298}" sibTransId="{235CE880-2B33-4696-963E-9C186D17BA9A}"/>
    <dgm:cxn modelId="{F3D48238-E60D-4C88-8D17-D6AF2E07726E}" type="presOf" srcId="{DD2773AB-8CB1-4D23-9E4D-2008192A9058}" destId="{450D8CEB-A99E-40DC-8258-17CB1A7548F2}" srcOrd="0" destOrd="2" presId="urn:microsoft.com/office/officeart/2018/2/layout/IconLabelDescriptionList"/>
    <dgm:cxn modelId="{7F58CB38-092F-4E17-ADDC-BA71D046B37B}" type="presOf" srcId="{165F1E79-DC0A-4845-B045-F9556159AC26}" destId="{3C4B9F3A-D7AF-42A0-B3EF-217DFCA19314}" srcOrd="0" destOrd="0" presId="urn:microsoft.com/office/officeart/2018/2/layout/IconLabelDescriptionList"/>
    <dgm:cxn modelId="{C38DE861-42EE-4C6E-8FC4-CCDDA0FAC320}" type="presOf" srcId="{90CA42B1-DD98-41D1-A2D3-59AEDD3C3587}" destId="{450D8CEB-A99E-40DC-8258-17CB1A7548F2}" srcOrd="0" destOrd="0" presId="urn:microsoft.com/office/officeart/2018/2/layout/IconLabelDescriptionList"/>
    <dgm:cxn modelId="{A7683771-5357-4936-9340-A198EB395BFC}" srcId="{B3FB7E61-1B65-4DC4-9000-4B265C3B1952}" destId="{51116123-4E5B-4F68-9192-E639A119F72F}" srcOrd="0" destOrd="0" parTransId="{97874A59-016D-41A9-91FF-CA0A8F172C0C}" sibTransId="{FE09AC4E-F872-49A0-9832-874DEB35FD58}"/>
    <dgm:cxn modelId="{7DC28A75-1D78-4F72-9DF3-9A1E24C15BE4}" type="presOf" srcId="{8FDC86C9-D92F-4BF3-9F75-E3F8AF117AAB}" destId="{8512D15A-E3DB-4DDD-8AD9-AE55921075A6}" srcOrd="0" destOrd="1" presId="urn:microsoft.com/office/officeart/2018/2/layout/IconLabelDescriptionList"/>
    <dgm:cxn modelId="{89AAC87B-782E-4926-9C7E-823D16C78ED0}" srcId="{B3FB7E61-1B65-4DC4-9000-4B265C3B1952}" destId="{8FDC86C9-D92F-4BF3-9F75-E3F8AF117AAB}" srcOrd="1" destOrd="0" parTransId="{13F0B3F4-B48E-4E3A-B214-FF5284040C31}" sibTransId="{22CDCB83-EA2D-41D7-8C4A-D9A9236A8E87}"/>
    <dgm:cxn modelId="{9FF2138B-C551-46E2-AE88-E6089159C8B0}" type="presOf" srcId="{9F159C43-DB37-4973-B2C9-309FBB187A7E}" destId="{450D8CEB-A99E-40DC-8258-17CB1A7548F2}" srcOrd="0" destOrd="1" presId="urn:microsoft.com/office/officeart/2018/2/layout/IconLabelDescriptionList"/>
    <dgm:cxn modelId="{8AFACA8C-1382-4158-B14D-9720E581F657}" type="presOf" srcId="{B5C026DA-FC9B-484A-A6AC-61677582FADA}" destId="{9B5AC631-7F57-40EB-B1B3-79F1864BC294}" srcOrd="0" destOrd="0" presId="urn:microsoft.com/office/officeart/2018/2/layout/IconLabelDescriptionList"/>
    <dgm:cxn modelId="{8EC7DB95-84DB-4FD7-B260-164A577132FE}" type="presOf" srcId="{EC4CD945-5962-474F-BD96-00C68025F630}" destId="{8512D15A-E3DB-4DDD-8AD9-AE55921075A6}" srcOrd="0" destOrd="2" presId="urn:microsoft.com/office/officeart/2018/2/layout/IconLabelDescriptionList"/>
    <dgm:cxn modelId="{5056B5A0-B7FE-46F9-90A6-BAD2A1900F64}" type="presOf" srcId="{D2F7DB12-708F-4B4E-AE78-FA1D69C046E0}" destId="{E9191C3B-88A8-427A-99DE-701946AB851B}" srcOrd="0" destOrd="0" presId="urn:microsoft.com/office/officeart/2018/2/layout/IconLabelDescriptionList"/>
    <dgm:cxn modelId="{713D6DA5-1A9B-4216-A106-0F023511DAD6}" srcId="{165F1E79-DC0A-4845-B045-F9556159AC26}" destId="{D2F7DB12-708F-4B4E-AE78-FA1D69C046E0}" srcOrd="1" destOrd="0" parTransId="{99F6CADE-960C-41BB-A8AD-89E3A3DB4C7D}" sibTransId="{DCC870C9-9422-4D59-A2F6-1ECCFEA95DF9}"/>
    <dgm:cxn modelId="{C7ACF1BA-0FD4-4116-8AB8-33D9B6D08D45}" srcId="{B5C026DA-FC9B-484A-A6AC-61677582FADA}" destId="{3D566B15-8BF5-4332-9033-94B0B408A5DF}" srcOrd="2" destOrd="0" parTransId="{8549A8A0-E31C-47A1-A9EC-4BC21F35BD7B}" sibTransId="{867BE4DF-1E3E-470F-A449-BE236810CEF4}"/>
    <dgm:cxn modelId="{9FAFAFCA-672A-4F38-9824-90F7C8575637}" srcId="{D2F7DB12-708F-4B4E-AE78-FA1D69C046E0}" destId="{90CA42B1-DD98-41D1-A2D3-59AEDD3C3587}" srcOrd="0" destOrd="0" parTransId="{1549B4D5-3719-48E1-A3DB-2F0DEE342ED2}" sibTransId="{2FFC7934-6482-4511-9EFD-0641C111EA16}"/>
    <dgm:cxn modelId="{52236BDC-2741-4136-86B9-20972242EE68}" srcId="{B5C026DA-FC9B-484A-A6AC-61677582FADA}" destId="{0222741D-51B7-4865-914B-9367AB39D2E4}" srcOrd="1" destOrd="0" parTransId="{734D1127-65B3-40F6-B3ED-7D85A6C11807}" sibTransId="{4873A058-34C7-483E-9F47-B689D39BA595}"/>
    <dgm:cxn modelId="{FEACA5DC-CFD6-480F-93AE-03F115753987}" srcId="{165F1E79-DC0A-4845-B045-F9556159AC26}" destId="{B5C026DA-FC9B-484A-A6AC-61677582FADA}" srcOrd="2" destOrd="0" parTransId="{6EBEFE53-5DF6-48DA-9233-FFBC609FDD88}" sibTransId="{718AFB99-CA18-4F86-9D79-32BFA04FE0E2}"/>
    <dgm:cxn modelId="{DAF632EA-090A-4433-A653-3C49BDFD1C6C}" srcId="{D2F7DB12-708F-4B4E-AE78-FA1D69C046E0}" destId="{9F159C43-DB37-4973-B2C9-309FBB187A7E}" srcOrd="1" destOrd="0" parTransId="{0D1C49D4-70C3-4896-A8C9-3F9CF916C218}" sibTransId="{8E9F8958-7671-4DE1-9785-53E7E41FC4DE}"/>
    <dgm:cxn modelId="{06CC10EF-FBE6-46C1-89FE-2033ACE2B1D5}" type="presOf" srcId="{3D566B15-8BF5-4332-9033-94B0B408A5DF}" destId="{F41619D8-D60E-429B-8C67-D8A4BC821CE0}" srcOrd="0" destOrd="2" presId="urn:microsoft.com/office/officeart/2018/2/layout/IconLabelDescriptionList"/>
    <dgm:cxn modelId="{292A4EEF-7FF8-40A9-BF82-DE3944D13AF4}" type="presOf" srcId="{51116123-4E5B-4F68-9192-E639A119F72F}" destId="{8512D15A-E3DB-4DDD-8AD9-AE55921075A6}" srcOrd="0" destOrd="0" presId="urn:microsoft.com/office/officeart/2018/2/layout/IconLabelDescriptionList"/>
    <dgm:cxn modelId="{2E09F3F3-5959-4C6E-8EE2-22E1C90E366F}" srcId="{165F1E79-DC0A-4845-B045-F9556159AC26}" destId="{B3FB7E61-1B65-4DC4-9000-4B265C3B1952}" srcOrd="0" destOrd="0" parTransId="{FA273D58-0E93-47BD-82AB-45433CB5004D}" sibTransId="{C4A19611-2EFB-4448-90E0-3F4407C1F3F1}"/>
    <dgm:cxn modelId="{6A60E3EF-733A-4B29-A0F4-2E86DA12A8F5}" type="presParOf" srcId="{3C4B9F3A-D7AF-42A0-B3EF-217DFCA19314}" destId="{BCD25C65-BB05-4B24-B08C-80C8666CB8E1}" srcOrd="0" destOrd="0" presId="urn:microsoft.com/office/officeart/2018/2/layout/IconLabelDescriptionList"/>
    <dgm:cxn modelId="{7EAE70C2-F73B-4136-A956-5C2B4892CEC7}" type="presParOf" srcId="{BCD25C65-BB05-4B24-B08C-80C8666CB8E1}" destId="{9CCCF9D4-717A-4AF3-8520-218A7E560184}" srcOrd="0" destOrd="0" presId="urn:microsoft.com/office/officeart/2018/2/layout/IconLabelDescriptionList"/>
    <dgm:cxn modelId="{A99FB362-ACEA-45EE-9869-7C3018A8B34E}" type="presParOf" srcId="{BCD25C65-BB05-4B24-B08C-80C8666CB8E1}" destId="{243F3CFF-9A3A-4877-B595-19B41AE8C6E6}" srcOrd="1" destOrd="0" presId="urn:microsoft.com/office/officeart/2018/2/layout/IconLabelDescriptionList"/>
    <dgm:cxn modelId="{0F79EA7E-A8D4-4D74-BC16-C193D2A48ABE}" type="presParOf" srcId="{BCD25C65-BB05-4B24-B08C-80C8666CB8E1}" destId="{802B378A-0921-4491-9605-4ED379029483}" srcOrd="2" destOrd="0" presId="urn:microsoft.com/office/officeart/2018/2/layout/IconLabelDescriptionList"/>
    <dgm:cxn modelId="{F3DE221A-418B-4D99-BD17-639308223AC2}" type="presParOf" srcId="{BCD25C65-BB05-4B24-B08C-80C8666CB8E1}" destId="{7940A6E1-E0FE-47B6-9D19-7D2887C3DC7D}" srcOrd="3" destOrd="0" presId="urn:microsoft.com/office/officeart/2018/2/layout/IconLabelDescriptionList"/>
    <dgm:cxn modelId="{6FFCF0E1-692E-44EE-A693-1776F0A39B86}" type="presParOf" srcId="{BCD25C65-BB05-4B24-B08C-80C8666CB8E1}" destId="{8512D15A-E3DB-4DDD-8AD9-AE55921075A6}" srcOrd="4" destOrd="0" presId="urn:microsoft.com/office/officeart/2018/2/layout/IconLabelDescriptionList"/>
    <dgm:cxn modelId="{AF026B6C-7193-4CAD-8956-9CD1F99EF6B6}" type="presParOf" srcId="{3C4B9F3A-D7AF-42A0-B3EF-217DFCA19314}" destId="{A8CF8A3A-E9EE-4DC9-8DEB-946D3ADD02B0}" srcOrd="1" destOrd="0" presId="urn:microsoft.com/office/officeart/2018/2/layout/IconLabelDescriptionList"/>
    <dgm:cxn modelId="{1BDF4797-02E1-47FF-BC1C-88AD0978D802}" type="presParOf" srcId="{3C4B9F3A-D7AF-42A0-B3EF-217DFCA19314}" destId="{3780DD63-3034-48D6-9BC5-4A42DA019402}" srcOrd="2" destOrd="0" presId="urn:microsoft.com/office/officeart/2018/2/layout/IconLabelDescriptionList"/>
    <dgm:cxn modelId="{96DCA90A-55AF-41EE-AFA7-97AF6E0A3166}" type="presParOf" srcId="{3780DD63-3034-48D6-9BC5-4A42DA019402}" destId="{133EB4CE-1F48-4563-867A-C4F30C2A0CA0}" srcOrd="0" destOrd="0" presId="urn:microsoft.com/office/officeart/2018/2/layout/IconLabelDescriptionList"/>
    <dgm:cxn modelId="{9A6D4DC9-1AB6-4E82-A748-A644D2D09A5B}" type="presParOf" srcId="{3780DD63-3034-48D6-9BC5-4A42DA019402}" destId="{433288EC-B570-43DA-A3EA-E98046A22BF6}" srcOrd="1" destOrd="0" presId="urn:microsoft.com/office/officeart/2018/2/layout/IconLabelDescriptionList"/>
    <dgm:cxn modelId="{7592A6C4-B10E-4A37-9FB1-594652AB94E9}" type="presParOf" srcId="{3780DD63-3034-48D6-9BC5-4A42DA019402}" destId="{E9191C3B-88A8-427A-99DE-701946AB851B}" srcOrd="2" destOrd="0" presId="urn:microsoft.com/office/officeart/2018/2/layout/IconLabelDescriptionList"/>
    <dgm:cxn modelId="{EDCE5B7E-8019-4BF1-854E-547209EBCE4C}" type="presParOf" srcId="{3780DD63-3034-48D6-9BC5-4A42DA019402}" destId="{809BA8AB-F81E-4199-8C1D-BAFE79EDE561}" srcOrd="3" destOrd="0" presId="urn:microsoft.com/office/officeart/2018/2/layout/IconLabelDescriptionList"/>
    <dgm:cxn modelId="{79AE17D0-302D-41C4-B612-7FA58BF9FD0E}" type="presParOf" srcId="{3780DD63-3034-48D6-9BC5-4A42DA019402}" destId="{450D8CEB-A99E-40DC-8258-17CB1A7548F2}" srcOrd="4" destOrd="0" presId="urn:microsoft.com/office/officeart/2018/2/layout/IconLabelDescriptionList"/>
    <dgm:cxn modelId="{D26A8897-D3F0-43D7-A4C4-8D3267D39264}" type="presParOf" srcId="{3C4B9F3A-D7AF-42A0-B3EF-217DFCA19314}" destId="{25502700-7E04-4525-8E0C-2482DA1E1427}" srcOrd="3" destOrd="0" presId="urn:microsoft.com/office/officeart/2018/2/layout/IconLabelDescriptionList"/>
    <dgm:cxn modelId="{A297985A-29D0-4E92-9EA5-9963A723F4C2}" type="presParOf" srcId="{3C4B9F3A-D7AF-42A0-B3EF-217DFCA19314}" destId="{28078759-C0E5-45DB-896B-525600EA42B3}" srcOrd="4" destOrd="0" presId="urn:microsoft.com/office/officeart/2018/2/layout/IconLabelDescriptionList"/>
    <dgm:cxn modelId="{18C99C3B-FE4C-4176-AC66-05D13BC3729B}" type="presParOf" srcId="{28078759-C0E5-45DB-896B-525600EA42B3}" destId="{764A83D3-AEA7-4EC2-AF82-FCB8CEEC7D05}" srcOrd="0" destOrd="0" presId="urn:microsoft.com/office/officeart/2018/2/layout/IconLabelDescriptionList"/>
    <dgm:cxn modelId="{D6877ED3-87C3-4E98-9486-AE111B0A38A5}" type="presParOf" srcId="{28078759-C0E5-45DB-896B-525600EA42B3}" destId="{E0D1E8A3-8797-4FA4-BC5D-B4FFFB6C71B1}" srcOrd="1" destOrd="0" presId="urn:microsoft.com/office/officeart/2018/2/layout/IconLabelDescriptionList"/>
    <dgm:cxn modelId="{BE878553-2643-4A50-8433-574EE753AA72}" type="presParOf" srcId="{28078759-C0E5-45DB-896B-525600EA42B3}" destId="{9B5AC631-7F57-40EB-B1B3-79F1864BC294}" srcOrd="2" destOrd="0" presId="urn:microsoft.com/office/officeart/2018/2/layout/IconLabelDescriptionList"/>
    <dgm:cxn modelId="{030514E5-DCA7-48C8-BE45-96B747834782}" type="presParOf" srcId="{28078759-C0E5-45DB-896B-525600EA42B3}" destId="{F559759F-34F7-4DB7-A31D-E99E1B699D66}" srcOrd="3" destOrd="0" presId="urn:microsoft.com/office/officeart/2018/2/layout/IconLabelDescriptionList"/>
    <dgm:cxn modelId="{F94321B7-1DA2-498C-8798-F860FC0E4AF9}" type="presParOf" srcId="{28078759-C0E5-45DB-896B-525600EA42B3}" destId="{F41619D8-D60E-429B-8C67-D8A4BC821CE0}" srcOrd="4" destOrd="0" presId="urn:microsoft.com/office/officeart/2018/2/layout/IconLabelDescriptionList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22D6B37-6CB6-49FB-B40B-618D2AEBA07F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4EE4C75-7357-415A-93DB-675B3A0BCD56}">
      <dgm:prSet custT="1"/>
      <dgm:spPr>
        <a:noFill/>
        <a:effectLst>
          <a:outerShdw blurRad="63500" dist="50800" dir="5400000" algn="ctr" rotWithShape="0">
            <a:srgbClr val="000000">
              <a:alpha val="99000"/>
            </a:srgbClr>
          </a:outerShdw>
        </a:effectLst>
      </dgm:spPr>
      <dgm:t>
        <a:bodyPr/>
        <a:lstStyle/>
        <a:p>
          <a:r>
            <a:rPr lang="en-US" sz="4000" b="0" i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Thank </a:t>
          </a:r>
        </a:p>
        <a:p>
          <a:r>
            <a:rPr lang="en-US" sz="4000" b="0" i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You</a:t>
          </a:r>
          <a:endParaRPr lang="en-US" sz="40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2DDBA08F-FD04-454E-B772-179C403FBA13}" type="parTrans" cxnId="{E1C22C74-6B36-4AB4-979A-A0C3B1128888}">
      <dgm:prSet/>
      <dgm:spPr/>
      <dgm:t>
        <a:bodyPr/>
        <a:lstStyle/>
        <a:p>
          <a:endParaRPr lang="en-US"/>
        </a:p>
      </dgm:t>
    </dgm:pt>
    <dgm:pt modelId="{263C21C5-F1D9-456C-B1F3-DF3D857E276C}" type="sibTrans" cxnId="{E1C22C74-6B36-4AB4-979A-A0C3B1128888}">
      <dgm:prSet/>
      <dgm:spPr/>
      <dgm:t>
        <a:bodyPr/>
        <a:lstStyle/>
        <a:p>
          <a:endParaRPr lang="en-US"/>
        </a:p>
      </dgm:t>
    </dgm:pt>
    <dgm:pt modelId="{F7542CB7-8156-4597-8600-357B59429AC2}" type="pres">
      <dgm:prSet presAssocID="{622D6B37-6CB6-49FB-B40B-618D2AEBA07F}" presName="Name0" presStyleCnt="0">
        <dgm:presLayoutVars>
          <dgm:dir/>
          <dgm:animLvl val="lvl"/>
          <dgm:resizeHandles val="exact"/>
        </dgm:presLayoutVars>
      </dgm:prSet>
      <dgm:spPr/>
    </dgm:pt>
    <dgm:pt modelId="{5F02EA09-57BF-4783-8630-49437B731F6A}" type="pres">
      <dgm:prSet presAssocID="{34EE4C75-7357-415A-93DB-675B3A0BCD56}" presName="linNode" presStyleCnt="0"/>
      <dgm:spPr/>
    </dgm:pt>
    <dgm:pt modelId="{F6B62DCA-2208-45C4-9D31-8851FB8CF49C}" type="pres">
      <dgm:prSet presAssocID="{34EE4C75-7357-415A-93DB-675B3A0BCD56}" presName="parentText" presStyleLbl="node1" presStyleIdx="0" presStyleCnt="1">
        <dgm:presLayoutVars>
          <dgm:chMax val="1"/>
          <dgm:bulletEnabled val="1"/>
        </dgm:presLayoutVars>
      </dgm:prSet>
      <dgm:spPr/>
    </dgm:pt>
  </dgm:ptLst>
  <dgm:cxnLst>
    <dgm:cxn modelId="{CA976906-28C2-4107-87E6-B7DC62FA3F84}" type="presOf" srcId="{622D6B37-6CB6-49FB-B40B-618D2AEBA07F}" destId="{F7542CB7-8156-4597-8600-357B59429AC2}" srcOrd="0" destOrd="0" presId="urn:microsoft.com/office/officeart/2005/8/layout/vList5"/>
    <dgm:cxn modelId="{965A5A44-BAA8-421E-9709-3A8DE5BB4BFB}" type="presOf" srcId="{34EE4C75-7357-415A-93DB-675B3A0BCD56}" destId="{F6B62DCA-2208-45C4-9D31-8851FB8CF49C}" srcOrd="0" destOrd="0" presId="urn:microsoft.com/office/officeart/2005/8/layout/vList5"/>
    <dgm:cxn modelId="{E1C22C74-6B36-4AB4-979A-A0C3B1128888}" srcId="{622D6B37-6CB6-49FB-B40B-618D2AEBA07F}" destId="{34EE4C75-7357-415A-93DB-675B3A0BCD56}" srcOrd="0" destOrd="0" parTransId="{2DDBA08F-FD04-454E-B772-179C403FBA13}" sibTransId="{263C21C5-F1D9-456C-B1F3-DF3D857E276C}"/>
    <dgm:cxn modelId="{2533C3E3-0607-4E04-838B-63E588C1F502}" type="presParOf" srcId="{F7542CB7-8156-4597-8600-357B59429AC2}" destId="{5F02EA09-57BF-4783-8630-49437B731F6A}" srcOrd="0" destOrd="0" presId="urn:microsoft.com/office/officeart/2005/8/layout/vList5"/>
    <dgm:cxn modelId="{B1931B86-B0F4-400D-B5A4-3BD84982A92B}" type="presParOf" srcId="{5F02EA09-57BF-4783-8630-49437B731F6A}" destId="{F6B62DCA-2208-45C4-9D31-8851FB8CF49C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01406B-508C-4210-A931-E23ED7EFB2E2}">
      <dsp:nvSpPr>
        <dsp:cNvPr id="0" name=""/>
        <dsp:cNvSpPr/>
      </dsp:nvSpPr>
      <dsp:spPr>
        <a:xfrm>
          <a:off x="0" y="26711"/>
          <a:ext cx="8946541" cy="655200"/>
        </a:xfrm>
        <a:prstGeom prst="roundRect">
          <a:avLst/>
        </a:prstGeom>
        <a:noFill/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Model Choice - </a:t>
          </a:r>
          <a:r>
            <a:rPr lang="es-ES" sz="20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Used local LLaMA via Ollama</a:t>
          </a:r>
          <a:endParaRPr lang="en-US" sz="2000" b="1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31984" y="58695"/>
        <a:ext cx="8882573" cy="591232"/>
      </dsp:txXfrm>
    </dsp:sp>
    <dsp:sp modelId="{4CB2AFE0-571D-4CA9-9954-02A35B1861D2}">
      <dsp:nvSpPr>
        <dsp:cNvPr id="0" name=""/>
        <dsp:cNvSpPr/>
      </dsp:nvSpPr>
      <dsp:spPr>
        <a:xfrm>
          <a:off x="0" y="681911"/>
          <a:ext cx="8946541" cy="579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4053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8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Reason: cost control + private deployment simulation</a:t>
          </a:r>
          <a:endParaRPr lang="en-US" sz="19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0" y="681911"/>
        <a:ext cx="8946541" cy="579600"/>
      </dsp:txXfrm>
    </dsp:sp>
    <dsp:sp modelId="{A8DEF6C2-7606-4344-96D5-F182AFFBDAC4}">
      <dsp:nvSpPr>
        <dsp:cNvPr id="0" name=""/>
        <dsp:cNvSpPr/>
      </dsp:nvSpPr>
      <dsp:spPr>
        <a:xfrm>
          <a:off x="0" y="1261511"/>
          <a:ext cx="8946541" cy="655200"/>
        </a:xfrm>
        <a:prstGeom prst="roundRect">
          <a:avLst/>
        </a:prstGeom>
        <a:noFill/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Embedding Model - </a:t>
          </a:r>
          <a:r>
            <a:rPr lang="en-US" sz="20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sentence-transformers</a:t>
          </a:r>
          <a:endParaRPr lang="en-US" sz="2000" b="1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31984" y="1293495"/>
        <a:ext cx="8882573" cy="591232"/>
      </dsp:txXfrm>
    </dsp:sp>
    <dsp:sp modelId="{3DE93529-84C9-49B4-9C90-61880043735B}">
      <dsp:nvSpPr>
        <dsp:cNvPr id="0" name=""/>
        <dsp:cNvSpPr/>
      </dsp:nvSpPr>
      <dsp:spPr>
        <a:xfrm>
          <a:off x="0" y="1916711"/>
          <a:ext cx="8946541" cy="579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4053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8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Tradeoff: smaller model vs embedding richness(lightweight, CPU-friendly)</a:t>
          </a:r>
        </a:p>
      </dsp:txBody>
      <dsp:txXfrm>
        <a:off x="0" y="1916711"/>
        <a:ext cx="8946541" cy="579600"/>
      </dsp:txXfrm>
    </dsp:sp>
    <dsp:sp modelId="{A017DB6C-B4FF-47A2-A879-4439EE260F47}">
      <dsp:nvSpPr>
        <dsp:cNvPr id="0" name=""/>
        <dsp:cNvSpPr/>
      </dsp:nvSpPr>
      <dsp:spPr>
        <a:xfrm>
          <a:off x="0" y="2496311"/>
          <a:ext cx="8946541" cy="655200"/>
        </a:xfrm>
        <a:prstGeom prst="roundRect">
          <a:avLst/>
        </a:prstGeom>
        <a:noFill/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Vector Store - </a:t>
          </a:r>
          <a:r>
            <a:rPr lang="en-US" sz="20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Chroma</a:t>
          </a:r>
          <a:endParaRPr lang="en-US" sz="2000" b="1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31984" y="2528295"/>
        <a:ext cx="8882573" cy="591232"/>
      </dsp:txXfrm>
    </dsp:sp>
    <dsp:sp modelId="{2A10E56D-7564-496C-970C-FC019646D0A3}">
      <dsp:nvSpPr>
        <dsp:cNvPr id="0" name=""/>
        <dsp:cNvSpPr/>
      </dsp:nvSpPr>
      <dsp:spPr>
        <a:xfrm>
          <a:off x="0" y="3151511"/>
          <a:ext cx="8946541" cy="579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4053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8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Reason: simple setup, fast local indexing</a:t>
          </a:r>
          <a:endParaRPr lang="en-US" sz="19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0" y="3151511"/>
        <a:ext cx="8946541" cy="579600"/>
      </dsp:txXfrm>
    </dsp:sp>
    <dsp:sp modelId="{41855756-8E37-4B1D-A771-B0D84A0BCA3C}">
      <dsp:nvSpPr>
        <dsp:cNvPr id="0" name=""/>
        <dsp:cNvSpPr/>
      </dsp:nvSpPr>
      <dsp:spPr>
        <a:xfrm>
          <a:off x="0" y="3731112"/>
          <a:ext cx="8946541" cy="655200"/>
        </a:xfrm>
        <a:prstGeom prst="roundRect">
          <a:avLst/>
        </a:prstGeom>
        <a:noFill/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Retrieval Strategy - </a:t>
          </a:r>
          <a:r>
            <a:rPr lang="en-US" sz="20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Top-K + similarity threshold</a:t>
          </a:r>
          <a:endParaRPr lang="en-US" sz="2000" b="1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31984" y="3763096"/>
        <a:ext cx="8882573" cy="591232"/>
      </dsp:txXfrm>
    </dsp:sp>
    <dsp:sp modelId="{7B378BDB-08DC-4842-9FFD-3EA5B2E34072}">
      <dsp:nvSpPr>
        <dsp:cNvPr id="0" name=""/>
        <dsp:cNvSpPr/>
      </dsp:nvSpPr>
      <dsp:spPr>
        <a:xfrm>
          <a:off x="0" y="4386312"/>
          <a:ext cx="8946541" cy="579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4053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8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Tradeoff: precision vs recall</a:t>
          </a:r>
        </a:p>
      </dsp:txBody>
      <dsp:txXfrm>
        <a:off x="0" y="4386312"/>
        <a:ext cx="8946541" cy="5796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CCF9D4-717A-4AF3-8520-218A7E560184}">
      <dsp:nvSpPr>
        <dsp:cNvPr id="0" name=""/>
        <dsp:cNvSpPr/>
      </dsp:nvSpPr>
      <dsp:spPr>
        <a:xfrm>
          <a:off x="9942" y="465216"/>
          <a:ext cx="910149" cy="9101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2B378A-0921-4491-9605-4ED379029483}">
      <dsp:nvSpPr>
        <dsp:cNvPr id="0" name=""/>
        <dsp:cNvSpPr/>
      </dsp:nvSpPr>
      <dsp:spPr>
        <a:xfrm>
          <a:off x="9942" y="1483258"/>
          <a:ext cx="2600426" cy="3900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Retrieval Metrics</a:t>
          </a:r>
          <a:endParaRPr lang="en-US" sz="20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9942" y="1483258"/>
        <a:ext cx="2600426" cy="390064"/>
      </dsp:txXfrm>
    </dsp:sp>
    <dsp:sp modelId="{8512D15A-E3DB-4DDD-8AD9-AE55921075A6}">
      <dsp:nvSpPr>
        <dsp:cNvPr id="0" name=""/>
        <dsp:cNvSpPr/>
      </dsp:nvSpPr>
      <dsp:spPr>
        <a:xfrm>
          <a:off x="9942" y="1923505"/>
          <a:ext cx="2600426" cy="1050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Recall@K</a:t>
          </a:r>
          <a:endParaRPr lang="en-US" sz="1800" kern="1200"/>
        </a:p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MRR</a:t>
          </a:r>
        </a:p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Context sufficiency rate</a:t>
          </a:r>
        </a:p>
      </dsp:txBody>
      <dsp:txXfrm>
        <a:off x="9942" y="1923505"/>
        <a:ext cx="2600426" cy="1050855"/>
      </dsp:txXfrm>
    </dsp:sp>
    <dsp:sp modelId="{133EB4CE-1F48-4563-867A-C4F30C2A0CA0}">
      <dsp:nvSpPr>
        <dsp:cNvPr id="0" name=""/>
        <dsp:cNvSpPr/>
      </dsp:nvSpPr>
      <dsp:spPr>
        <a:xfrm>
          <a:off x="3065444" y="465216"/>
          <a:ext cx="910149" cy="9101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191C3B-88A8-427A-99DE-701946AB851B}">
      <dsp:nvSpPr>
        <dsp:cNvPr id="0" name=""/>
        <dsp:cNvSpPr/>
      </dsp:nvSpPr>
      <dsp:spPr>
        <a:xfrm>
          <a:off x="3065444" y="1483258"/>
          <a:ext cx="2600426" cy="3900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b="1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Performance Metrics</a:t>
          </a:r>
          <a:endParaRPr lang="en-US" sz="2000" kern="1200"/>
        </a:p>
      </dsp:txBody>
      <dsp:txXfrm>
        <a:off x="3065444" y="1483258"/>
        <a:ext cx="2600426" cy="390064"/>
      </dsp:txXfrm>
    </dsp:sp>
    <dsp:sp modelId="{450D8CEB-A99E-40DC-8258-17CB1A7548F2}">
      <dsp:nvSpPr>
        <dsp:cNvPr id="0" name=""/>
        <dsp:cNvSpPr/>
      </dsp:nvSpPr>
      <dsp:spPr>
        <a:xfrm>
          <a:off x="3065444" y="1923505"/>
          <a:ext cx="2600426" cy="1050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p50 / p95 latency</a:t>
          </a:r>
          <a:endParaRPr lang="en-US" sz="1800" kern="1200"/>
        </a:p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Token usage</a:t>
          </a:r>
        </a:p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GPU utilization</a:t>
          </a:r>
        </a:p>
      </dsp:txBody>
      <dsp:txXfrm>
        <a:off x="3065444" y="1923505"/>
        <a:ext cx="2600426" cy="1050855"/>
      </dsp:txXfrm>
    </dsp:sp>
    <dsp:sp modelId="{764A83D3-AEA7-4EC2-AF82-FCB8CEEC7D05}">
      <dsp:nvSpPr>
        <dsp:cNvPr id="0" name=""/>
        <dsp:cNvSpPr/>
      </dsp:nvSpPr>
      <dsp:spPr>
        <a:xfrm>
          <a:off x="6120945" y="465216"/>
          <a:ext cx="910149" cy="9101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5AC631-7F57-40EB-B1B3-79F1864BC294}">
      <dsp:nvSpPr>
        <dsp:cNvPr id="0" name=""/>
        <dsp:cNvSpPr/>
      </dsp:nvSpPr>
      <dsp:spPr>
        <a:xfrm>
          <a:off x="6120945" y="1483258"/>
          <a:ext cx="2600426" cy="3900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b="1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Trust Controls</a:t>
          </a:r>
          <a:endParaRPr lang="en-US" sz="2000" kern="1200"/>
        </a:p>
      </dsp:txBody>
      <dsp:txXfrm>
        <a:off x="6120945" y="1483258"/>
        <a:ext cx="2600426" cy="390064"/>
      </dsp:txXfrm>
    </dsp:sp>
    <dsp:sp modelId="{F41619D8-D60E-429B-8C67-D8A4BC821CE0}">
      <dsp:nvSpPr>
        <dsp:cNvPr id="0" name=""/>
        <dsp:cNvSpPr/>
      </dsp:nvSpPr>
      <dsp:spPr>
        <a:xfrm>
          <a:off x="6120945" y="1923505"/>
          <a:ext cx="2600426" cy="1050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Refusal policy</a:t>
          </a:r>
          <a:endParaRPr lang="en-US" sz="1800" kern="1200"/>
        </a:p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Citation validation</a:t>
          </a:r>
        </a:p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Logging &amp; traceability</a:t>
          </a:r>
        </a:p>
      </dsp:txBody>
      <dsp:txXfrm>
        <a:off x="6120945" y="1923505"/>
        <a:ext cx="2600426" cy="105085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B62DCA-2208-45C4-9D31-8851FB8CF49C}">
      <dsp:nvSpPr>
        <dsp:cNvPr id="0" name=""/>
        <dsp:cNvSpPr/>
      </dsp:nvSpPr>
      <dsp:spPr>
        <a:xfrm>
          <a:off x="2862893" y="0"/>
          <a:ext cx="3220754" cy="4195481"/>
        </a:xfrm>
        <a:prstGeom prst="roundRect">
          <a:avLst/>
        </a:prstGeom>
        <a:noFill/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dist="50800" dir="5400000" algn="ctr" rotWithShape="0">
            <a:srgbClr val="000000">
              <a:alpha val="99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76200" rIns="152400" bIns="762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0" i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Thank </a:t>
          </a:r>
        </a:p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0" i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You</a:t>
          </a:r>
          <a:endParaRPr lang="en-US" sz="40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3020117" y="157224"/>
        <a:ext cx="2906306" cy="38810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C3468-774A-43C8-A101-0CC3E916CA0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DBFCC-A0B5-432A-8ADA-52D67139E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984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C3468-774A-43C8-A101-0CC3E916CA0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DBFCC-A0B5-432A-8ADA-52D67139E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497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C3468-774A-43C8-A101-0CC3E916CA0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DBFCC-A0B5-432A-8ADA-52D67139E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971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C3468-774A-43C8-A101-0CC3E916CA0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DBFCC-A0B5-432A-8ADA-52D67139E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996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C3468-774A-43C8-A101-0CC3E916CA0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DBFCC-A0B5-432A-8ADA-52D67139E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422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C3468-774A-43C8-A101-0CC3E916CA0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DBFCC-A0B5-432A-8ADA-52D67139E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76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C3468-774A-43C8-A101-0CC3E916CA0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DBFCC-A0B5-432A-8ADA-52D67139E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53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C3468-774A-43C8-A101-0CC3E916CA0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DBFCC-A0B5-432A-8ADA-52D67139E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009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C3468-774A-43C8-A101-0CC3E916CA0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DBFCC-A0B5-432A-8ADA-52D67139E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06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C3468-774A-43C8-A101-0CC3E916CA0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DBFCC-A0B5-432A-8ADA-52D67139E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859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C3468-774A-43C8-A101-0CC3E916CA0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DBFCC-A0B5-432A-8ADA-52D67139E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1798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C3468-774A-43C8-A101-0CC3E916CA0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DBFCC-A0B5-432A-8ADA-52D67139E72C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725564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C3468-774A-43C8-A101-0CC3E916CA0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DBFCC-A0B5-432A-8ADA-52D67139E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9669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C3468-774A-43C8-A101-0CC3E916CA0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DBFCC-A0B5-432A-8ADA-52D67139E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5281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C3468-774A-43C8-A101-0CC3E916CA0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DBFCC-A0B5-432A-8ADA-52D67139E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399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C3468-774A-43C8-A101-0CC3E916CA0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DBFCC-A0B5-432A-8ADA-52D67139E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0715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C3468-774A-43C8-A101-0CC3E916CA0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DBFCC-A0B5-432A-8ADA-52D67139E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094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0FC3468-774A-43C8-A101-0CC3E916CA0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CDBFCC-A0B5-432A-8ADA-52D67139E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4829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  <p:sldLayoutId id="2147483846" r:id="rId12"/>
    <p:sldLayoutId id="2147483847" r:id="rId13"/>
    <p:sldLayoutId id="2147483848" r:id="rId14"/>
    <p:sldLayoutId id="2147483849" r:id="rId15"/>
    <p:sldLayoutId id="2147483850" r:id="rId16"/>
    <p:sldLayoutId id="214748385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13.jpeg"/><Relationship Id="rId7" Type="http://schemas.openxmlformats.org/officeDocument/2006/relationships/diagramColors" Target="../diagrams/colors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25D62-FAB3-CA39-76D1-74C81743E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1945265"/>
            <a:ext cx="9601196" cy="2821772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6600" b="1" dirty="0"/>
              <a:t>Enterprise-Ready RAG</a:t>
            </a:r>
            <a:br>
              <a:rPr lang="en-US" dirty="0"/>
            </a:br>
            <a:r>
              <a:rPr lang="en-US" sz="2000" b="1" dirty="0"/>
              <a:t>Retrieval-Augmented Generation for Secure &amp; Scalable AI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959B9-F4A9-C8C9-A7B7-8177227258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20703" y="5461375"/>
            <a:ext cx="2087878" cy="612166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Kavya Parige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37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0EB30-E412-6795-B13A-591A527CC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1238164"/>
            <a:ext cx="9601196" cy="1303867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RAG in Enterprise?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7E9BFDE-EFEB-9969-4454-3E61AADE6D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2656" y="2701427"/>
            <a:ext cx="4483324" cy="269996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</a:t>
            </a:r>
          </a:p>
          <a:p>
            <a:pPr marL="0"/>
            <a:r>
              <a:rPr lang="en-US" sz="17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LLMs alone:</a:t>
            </a:r>
          </a:p>
          <a:p>
            <a:pPr marL="0"/>
            <a:r>
              <a:rPr lang="en-US" sz="17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Don’t know private enterprise data</a:t>
            </a:r>
          </a:p>
          <a:p>
            <a:pPr marL="0"/>
            <a:r>
              <a:rPr lang="en-US" sz="17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Hallucinate under uncertainty</a:t>
            </a:r>
          </a:p>
          <a:p>
            <a:pPr marL="0"/>
            <a:r>
              <a:rPr lang="en-US" sz="17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Cannot enforce document-level security</a:t>
            </a:r>
          </a:p>
          <a:p>
            <a:pPr marL="0"/>
            <a:r>
              <a:rPr lang="en-US" sz="17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Cannot handle real-time document updates</a:t>
            </a:r>
          </a:p>
          <a:p>
            <a:pPr marL="0"/>
            <a:endParaRPr lang="en-US" sz="17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51D86B5-3350-8C7D-CDFA-04518F3DED69}"/>
              </a:ext>
            </a:extLst>
          </p:cNvPr>
          <p:cNvSpPr txBox="1">
            <a:spLocks/>
          </p:cNvSpPr>
          <p:nvPr/>
        </p:nvSpPr>
        <p:spPr>
          <a:xfrm>
            <a:off x="6668339" y="2701427"/>
            <a:ext cx="4483324" cy="26999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Enterprise Needs</a:t>
            </a:r>
          </a:p>
          <a:p>
            <a:pPr marL="0"/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Fresh documents ingestion</a:t>
            </a:r>
          </a:p>
          <a:p>
            <a:pPr marL="0"/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Secure retrieval</a:t>
            </a:r>
          </a:p>
          <a:p>
            <a:pPr marL="0"/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Measurable retrieval quality</a:t>
            </a:r>
          </a:p>
          <a:p>
            <a:pPr marL="0"/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Cost efficiency</a:t>
            </a:r>
          </a:p>
          <a:p>
            <a:pPr marL="0"/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Scalable inference</a:t>
            </a:r>
          </a:p>
        </p:txBody>
      </p:sp>
    </p:spTree>
    <p:extLst>
      <p:ext uri="{BB962C8B-B14F-4D97-AF65-F5344CB8AC3E}">
        <p14:creationId xmlns:p14="http://schemas.microsoft.com/office/powerpoint/2010/main" val="1073367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67CA421-FA2B-47ED-A101-F8BBEBB29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500B4B-221B-5A03-3A1F-52F500D84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0279" y="2764425"/>
            <a:ext cx="3344020" cy="13291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800" b="1" i="0" kern="1200" dirty="0">
                <a:solidFill>
                  <a:srgbClr val="EBEBE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RAG Architecture</a:t>
            </a:r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2425D82-CD5E-45A4-9542-70951E59F2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6914" y="639905"/>
            <a:ext cx="6915664" cy="557818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21DB897-A621-4D5F-AC81-91199AC437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" name="Picture 4" descr="image">
            <a:extLst>
              <a:ext uri="{FF2B5EF4-FFF2-40B4-BE49-F238E27FC236}">
                <a16:creationId xmlns:a16="http://schemas.microsoft.com/office/drawing/2014/main" id="{CE35ECCF-21D1-C65E-6881-F16D0BCB0F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40" t="8877" r="5427" b="10430"/>
          <a:stretch>
            <a:fillRect/>
          </a:stretch>
        </p:blipFill>
        <p:spPr bwMode="auto">
          <a:xfrm>
            <a:off x="1062751" y="984601"/>
            <a:ext cx="6063990" cy="4888796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70201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62DF8-DF8C-4B9F-E5E0-3F2A84E99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 Decisions &amp; Tradeoffs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893F76C-A779-8C60-EA13-73E21C561C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2371026"/>
              </p:ext>
            </p:extLst>
          </p:nvPr>
        </p:nvGraphicFramePr>
        <p:xfrm>
          <a:off x="1103312" y="1563624"/>
          <a:ext cx="8946541" cy="49926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10111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6E348-5EDA-C05C-5C92-3D1B07B72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1663" y="770377"/>
            <a:ext cx="6048674" cy="1303867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Enterprise Enhancements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0C61305-F5CF-A13E-73F4-AD818C885E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52003226"/>
              </p:ext>
            </p:extLst>
          </p:nvPr>
        </p:nvGraphicFramePr>
        <p:xfrm>
          <a:off x="852640" y="1761423"/>
          <a:ext cx="9926413" cy="4260068"/>
        </p:xfrm>
        <a:graphic>
          <a:graphicData uri="http://schemas.openxmlformats.org/drawingml/2006/table">
            <a:tbl>
              <a:tblPr firstRow="1" bandRow="1"/>
              <a:tblGrid>
                <a:gridCol w="2439200">
                  <a:extLst>
                    <a:ext uri="{9D8B030D-6E8A-4147-A177-3AD203B41FA5}">
                      <a16:colId xmlns:a16="http://schemas.microsoft.com/office/drawing/2014/main" val="3755991068"/>
                    </a:ext>
                  </a:extLst>
                </a:gridCol>
                <a:gridCol w="3685355">
                  <a:extLst>
                    <a:ext uri="{9D8B030D-6E8A-4147-A177-3AD203B41FA5}">
                      <a16:colId xmlns:a16="http://schemas.microsoft.com/office/drawing/2014/main" val="2853525586"/>
                    </a:ext>
                  </a:extLst>
                </a:gridCol>
                <a:gridCol w="3801858">
                  <a:extLst>
                    <a:ext uri="{9D8B030D-6E8A-4147-A177-3AD203B41FA5}">
                      <a16:colId xmlns:a16="http://schemas.microsoft.com/office/drawing/2014/main" val="3967227437"/>
                    </a:ext>
                  </a:extLst>
                </a:gridCol>
              </a:tblGrid>
              <a:tr h="66983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STAGE</a:t>
                      </a:r>
                      <a:endParaRPr lang="en-US" sz="18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3533" marR="93533" marT="46766" marB="467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ENTERPRISE PROBLEM</a:t>
                      </a:r>
                    </a:p>
                  </a:txBody>
                  <a:tcPr marL="93533" marR="93533" marT="46766" marB="467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SOLUTION</a:t>
                      </a:r>
                    </a:p>
                  </a:txBody>
                  <a:tcPr marL="93533" marR="93533" marT="46766" marB="467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0914569"/>
                  </a:ext>
                </a:extLst>
              </a:tr>
              <a:tr h="10916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 Ingestion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3533" marR="93533" marT="46766" marB="467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fr-FR" sz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Frequent document updates Multi-source system </a:t>
                      </a:r>
                    </a:p>
                    <a:p>
                      <a:pPr marL="285750" indent="-285750" algn="l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fr-FR" sz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Stale indexes </a:t>
                      </a:r>
                    </a:p>
                    <a:p>
                      <a:pPr marL="285750" indent="-285750" algn="l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fr-FR" sz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Version conflits</a:t>
                      </a:r>
                    </a:p>
                  </a:txBody>
                  <a:tcPr marL="93533" marR="93533" marT="46766" marB="467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Airflow/Kubeflow orchestration Incremental indexing </a:t>
                      </a:r>
                    </a:p>
                    <a:p>
                      <a:pPr marL="285750" indent="-285750" algn="l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Hash-based change detection </a:t>
                      </a:r>
                    </a:p>
                    <a:p>
                      <a:pPr marL="285750" indent="-285750" algn="l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Metadata + ACL tagging</a:t>
                      </a:r>
                    </a:p>
                  </a:txBody>
                  <a:tcPr marL="93533" marR="93533" marT="46766" marB="467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466800"/>
                  </a:ext>
                </a:extLst>
              </a:tr>
              <a:tr h="10916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Chunking &amp; Indexing Quality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3533" marR="93533" marT="46766" marB="467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Poor chunk boundaries  </a:t>
                      </a:r>
                    </a:p>
                    <a:p>
                      <a:pPr marL="285750" indent="-285750" algn="l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Token waste </a:t>
                      </a:r>
                    </a:p>
                    <a:p>
                      <a:pPr marL="285750" indent="-285750" algn="l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High re-index cost </a:t>
                      </a:r>
                    </a:p>
                    <a:p>
                      <a:pPr marL="285750" indent="-285750" algn="l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Irrelevant retrieval</a:t>
                      </a:r>
                    </a:p>
                  </a:txBody>
                  <a:tcPr marL="93533" marR="93533" marT="46766" marB="467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Tuned chunk size + overlap Section-aware splitting Incremental upsets </a:t>
                      </a:r>
                    </a:p>
                    <a:p>
                      <a:pPr marL="285750" indent="-285750" algn="l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Namespace isolation</a:t>
                      </a:r>
                    </a:p>
                  </a:txBody>
                  <a:tcPr marL="93533" marR="93533" marT="46766" marB="467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6662952"/>
                  </a:ext>
                </a:extLst>
              </a:tr>
              <a:tr h="13360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Retrieval Accuracy &amp; Measurement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3533" marR="93533" marT="46766" marB="467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Low recall </a:t>
                      </a:r>
                    </a:p>
                    <a:p>
                      <a:pPr marL="285750" indent="-285750" algn="l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Domain ambiguity </a:t>
                      </a:r>
                    </a:p>
                    <a:p>
                      <a:pPr marL="285750" indent="-285750" algn="l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Irrelevant Top-K results </a:t>
                      </a:r>
                    </a:p>
                    <a:p>
                      <a:pPr marL="285750" indent="-285750" algn="l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 evaluation metrics</a:t>
                      </a:r>
                    </a:p>
                  </a:txBody>
                  <a:tcPr marL="93533" marR="93533" marT="46766" marB="467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Top-K + threshold tuning Metadata filtering </a:t>
                      </a:r>
                    </a:p>
                    <a:p>
                      <a:pPr marL="285750" indent="-285750" algn="l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Hybrid search + reranking Recall@K, MRR, latency tracking</a:t>
                      </a:r>
                    </a:p>
                  </a:txBody>
                  <a:tcPr marL="93533" marR="93533" marT="46766" marB="467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9602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0546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3A240-FE92-C00E-CD7C-E9F553F75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1296408"/>
            <a:ext cx="9965754" cy="130386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I Ensure Reliability &amp; Measurable Quality</a:t>
            </a: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2E3960C8-8F4E-E7F7-19C6-B435D9C33B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76379523"/>
              </p:ext>
            </p:extLst>
          </p:nvPr>
        </p:nvGraphicFramePr>
        <p:xfrm>
          <a:off x="1878129" y="2122015"/>
          <a:ext cx="8731315" cy="34395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89590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C5D5-41B2-035A-2E4E-87A619278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9524" y="1258450"/>
            <a:ext cx="9601196" cy="1303867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Scaling Strategy for Enterprise Deployment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14CF531-0742-3A17-A542-BECAF06FFA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9242188"/>
              </p:ext>
            </p:extLst>
          </p:nvPr>
        </p:nvGraphicFramePr>
        <p:xfrm>
          <a:off x="1373204" y="2554689"/>
          <a:ext cx="9417516" cy="1384237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4708758">
                  <a:extLst>
                    <a:ext uri="{9D8B030D-6E8A-4147-A177-3AD203B41FA5}">
                      <a16:colId xmlns:a16="http://schemas.microsoft.com/office/drawing/2014/main" val="982090584"/>
                    </a:ext>
                  </a:extLst>
                </a:gridCol>
                <a:gridCol w="4708758">
                  <a:extLst>
                    <a:ext uri="{9D8B030D-6E8A-4147-A177-3AD203B41FA5}">
                      <a16:colId xmlns:a16="http://schemas.microsoft.com/office/drawing/2014/main" val="6733394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 Scale</a:t>
                      </a:r>
                      <a:endParaRPr 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rnd" cmpd="sng" algn="ctr">
                      <a:noFill/>
                      <a:prstDash val="solid"/>
                    </a:lnL>
                    <a:lnR w="9525" cap="rnd" cmpd="sng" algn="ctr">
                      <a:noFill/>
                      <a:prstDash val="solid"/>
                    </a:lnR>
                    <a:lnT w="9525" cap="rnd" cmpd="sng" algn="ctr">
                      <a:noFill/>
                      <a:prstDash val="solid"/>
                    </a:lnT>
                    <a:lnB w="9525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User Scale</a:t>
                      </a:r>
                      <a:endParaRPr 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rnd" cmpd="sng" algn="ctr">
                      <a:noFill/>
                      <a:prstDash val="solid"/>
                    </a:lnL>
                    <a:lnR w="9525" cap="rnd" cmpd="sng" algn="ctr">
                      <a:noFill/>
                      <a:prstDash val="solid"/>
                    </a:lnR>
                    <a:lnT w="9525" cap="rnd" cmpd="sng" algn="ctr">
                      <a:noFill/>
                      <a:prstDash val="solid"/>
                    </a:lnT>
                    <a:lnB w="9525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9587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Incremental indexing 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Sharded vector DB 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Namespace partitioning</a:t>
                      </a:r>
                    </a:p>
                  </a:txBody>
                  <a:tcPr anchor="ctr">
                    <a:lnL w="9525" cap="rnd" cmpd="sng" algn="ctr">
                      <a:noFill/>
                      <a:prstDash val="solid"/>
                    </a:lnL>
                    <a:lnR w="9525" cap="rnd" cmpd="sng" algn="ctr">
                      <a:noFill/>
                      <a:prstDash val="solid"/>
                    </a:lnR>
                    <a:lnT w="9525" cap="rnd" cmpd="sng" algn="ctr">
                      <a:noFill/>
                      <a:prstDash val="solid"/>
                    </a:lnT>
                    <a:lnB w="9525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Horizontal autoscaling 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Load balancing 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Caching</a:t>
                      </a:r>
                    </a:p>
                  </a:txBody>
                  <a:tcPr anchor="ctr">
                    <a:lnL w="9525" cap="rnd" cmpd="sng" algn="ctr">
                      <a:noFill/>
                      <a:prstDash val="solid"/>
                    </a:lnL>
                    <a:lnR w="9525" cap="rnd" cmpd="sng" algn="ctr">
                      <a:noFill/>
                      <a:prstDash val="solid"/>
                    </a:lnR>
                    <a:lnT w="9525" cap="rnd" cmpd="sng" algn="ctr">
                      <a:noFill/>
                      <a:prstDash val="solid"/>
                    </a:lnT>
                    <a:lnB w="9525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827325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F1EB5CE-6CEA-A35A-8CFF-66C8883E0E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1074950"/>
              </p:ext>
            </p:extLst>
          </p:nvPr>
        </p:nvGraphicFramePr>
        <p:xfrm>
          <a:off x="1334303" y="4128420"/>
          <a:ext cx="9495318" cy="1384237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4747659">
                  <a:extLst>
                    <a:ext uri="{9D8B030D-6E8A-4147-A177-3AD203B41FA5}">
                      <a16:colId xmlns:a16="http://schemas.microsoft.com/office/drawing/2014/main" val="1903440233"/>
                    </a:ext>
                  </a:extLst>
                </a:gridCol>
                <a:gridCol w="4747659">
                  <a:extLst>
                    <a:ext uri="{9D8B030D-6E8A-4147-A177-3AD203B41FA5}">
                      <a16:colId xmlns:a16="http://schemas.microsoft.com/office/drawing/2014/main" val="31371752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Model Scale</a:t>
                      </a:r>
                      <a:endParaRPr 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rnd" cmpd="sng" algn="ctr">
                      <a:noFill/>
                      <a:prstDash val="solid"/>
                    </a:lnL>
                    <a:lnR w="9525" cap="rnd" cmpd="sng" algn="ctr">
                      <a:noFill/>
                      <a:prstDash val="solid"/>
                    </a:lnR>
                    <a:lnT w="9525" cap="rnd" cmpd="sng" algn="ctr">
                      <a:noFill/>
                      <a:prstDash val="solid"/>
                    </a:lnT>
                    <a:lnB w="9525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Cost Scale</a:t>
                      </a:r>
                      <a:endParaRPr 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rnd" cmpd="sng" algn="ctr">
                      <a:noFill/>
                      <a:prstDash val="solid"/>
                    </a:lnL>
                    <a:lnR w="9525" cap="rnd" cmpd="sng" algn="ctr">
                      <a:noFill/>
                      <a:prstDash val="solid"/>
                    </a:lnR>
                    <a:lnT w="9525" cap="rnd" cmpd="sng" algn="ctr">
                      <a:noFill/>
                      <a:prstDash val="solid"/>
                    </a:lnT>
                    <a:lnB w="9525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93464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Model routing 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GPU scheduling 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vLLM serving</a:t>
                      </a:r>
                    </a:p>
                  </a:txBody>
                  <a:tcPr anchor="ctr">
                    <a:lnL w="9525" cap="rnd" cmpd="sng" algn="ctr">
                      <a:noFill/>
                      <a:prstDash val="solid"/>
                    </a:lnL>
                    <a:lnR w="9525" cap="rnd" cmpd="sng" algn="ctr">
                      <a:noFill/>
                      <a:prstDash val="solid"/>
                    </a:lnR>
                    <a:lnT w="9525" cap="rnd" cmpd="sng" algn="ctr">
                      <a:noFill/>
                      <a:prstDash val="solid"/>
                    </a:lnT>
                    <a:lnB w="9525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Dynamic Top-K 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Token limits 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Embedding caching</a:t>
                      </a:r>
                    </a:p>
                  </a:txBody>
                  <a:tcPr anchor="ctr">
                    <a:lnL w="9525" cap="rnd" cmpd="sng" algn="ctr">
                      <a:noFill/>
                      <a:prstDash val="solid"/>
                    </a:lnL>
                    <a:lnR w="9525" cap="rnd" cmpd="sng" algn="ctr">
                      <a:noFill/>
                      <a:prstDash val="solid"/>
                    </a:lnR>
                    <a:lnT w="9525" cap="rnd" cmpd="sng" algn="ctr">
                      <a:noFill/>
                      <a:prstDash val="solid"/>
                    </a:lnT>
                    <a:lnB w="9525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9819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3152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176EF-CEBB-5099-7D12-FDF4B4A5E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607" y="1185169"/>
            <a:ext cx="10442577" cy="1400530"/>
          </a:xfrm>
        </p:spPr>
        <p:txBody>
          <a:bodyPr/>
          <a:lstStyle/>
          <a:p>
            <a:pPr algn="ctr"/>
            <a:r>
              <a:rPr lang="en-US" sz="3600" b="1" dirty="0"/>
              <a:t>How I Can Help Operationalize Enterprise RAG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D66450-9624-FEFA-0AC1-00DAFF1545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3687" y="2383568"/>
            <a:ext cx="8946541" cy="3462358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Translate customer use cases into deployable RAG architectures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Tune ingestion, chunking, and retrieval for accuracy &amp; latency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Diagnose scaling and GPU bottlenecks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Optimize cost per query through model routing &amp; controls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Ensure measurable early value from AI deployments</a:t>
            </a:r>
          </a:p>
        </p:txBody>
      </p:sp>
    </p:spTree>
    <p:extLst>
      <p:ext uri="{BB962C8B-B14F-4D97-AF65-F5344CB8AC3E}">
        <p14:creationId xmlns:p14="http://schemas.microsoft.com/office/powerpoint/2010/main" val="141670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Question marks in a line and one question mark is lit">
            <a:extLst>
              <a:ext uri="{FF2B5EF4-FFF2-40B4-BE49-F238E27FC236}">
                <a16:creationId xmlns:a16="http://schemas.microsoft.com/office/drawing/2014/main" id="{9FD0D0B8-F203-8983-6382-10A4AAEA34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0681" b="-1"/>
          <a:stretch>
            <a:fillRect/>
          </a:stretch>
        </p:blipFill>
        <p:spPr>
          <a:xfrm>
            <a:off x="-2" y="10"/>
            <a:ext cx="6094407" cy="6857990"/>
          </a:xfrm>
          <a:prstGeom prst="rect">
            <a:avLst/>
          </a:prstGeom>
        </p:spPr>
      </p:pic>
      <p:graphicFrame>
        <p:nvGraphicFramePr>
          <p:cNvPr id="42" name="Content Placeholder 41">
            <a:extLst>
              <a:ext uri="{FF2B5EF4-FFF2-40B4-BE49-F238E27FC236}">
                <a16:creationId xmlns:a16="http://schemas.microsoft.com/office/drawing/2014/main" id="{34E649F6-FED4-EABF-099D-F15CFA7025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4520490"/>
              </p:ext>
            </p:extLst>
          </p:nvPr>
        </p:nvGraphicFramePr>
        <p:xfrm>
          <a:off x="4327775" y="1475403"/>
          <a:ext cx="8946541" cy="41954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8438585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1096</TotalTime>
  <Words>323</Words>
  <Application>Microsoft Office PowerPoint</Application>
  <PresentationFormat>Widescreen</PresentationFormat>
  <Paragraphs>88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Century Gothic</vt:lpstr>
      <vt:lpstr>Wingdings</vt:lpstr>
      <vt:lpstr>Wingdings 3</vt:lpstr>
      <vt:lpstr>Ion</vt:lpstr>
      <vt:lpstr>Enterprise-Ready RAG Retrieval-Augmented Generation for Secure &amp; Scalable AI</vt:lpstr>
      <vt:lpstr>Why RAG in Enterprise?</vt:lpstr>
      <vt:lpstr>RAG Architecture</vt:lpstr>
      <vt:lpstr>Design Decisions &amp; Tradeoffs</vt:lpstr>
      <vt:lpstr>Enterprise Enhancements</vt:lpstr>
      <vt:lpstr>How I Ensure Reliability &amp; Measurable Quality</vt:lpstr>
      <vt:lpstr>Scaling Strategy for Enterprise Deployment</vt:lpstr>
      <vt:lpstr>How I Can Help Operationalize Enterprise RAG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kavya reddy</dc:creator>
  <cp:lastModifiedBy>kavya reddy</cp:lastModifiedBy>
  <cp:revision>4</cp:revision>
  <dcterms:created xsi:type="dcterms:W3CDTF">2026-02-14T16:11:32Z</dcterms:created>
  <dcterms:modified xsi:type="dcterms:W3CDTF">2026-02-16T06:35:29Z</dcterms:modified>
</cp:coreProperties>
</file>