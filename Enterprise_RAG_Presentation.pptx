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4" r:id="rId1"/>
  </p:sldMasterIdLst>
  <p:sldIdLst>
    <p:sldId id="269" r:id="rId2"/>
    <p:sldId id="270" r:id="rId3"/>
    <p:sldId id="272" r:id="rId4"/>
    <p:sldId id="274" r:id="rId5"/>
    <p:sldId id="268" r:id="rId6"/>
    <p:sldId id="266" r:id="rId7"/>
    <p:sldId id="275" r:id="rId8"/>
    <p:sldId id="26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65F1E79-DC0A-4845-B045-F9556159AC26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3FB7E61-1B65-4DC4-9000-4B265C3B1952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Retrieval Metrics</a:t>
          </a:r>
          <a:endParaRPr lang="en-US" sz="20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FA273D58-0E93-47BD-82AB-45433CB5004D}" type="parTrans" cxnId="{2E09F3F3-5959-4C6E-8EE2-22E1C90E366F}">
      <dgm:prSet/>
      <dgm:spPr/>
      <dgm:t>
        <a:bodyPr/>
        <a:lstStyle/>
        <a:p>
          <a:endParaRPr lang="en-US"/>
        </a:p>
      </dgm:t>
    </dgm:pt>
    <dgm:pt modelId="{C4A19611-2EFB-4448-90E0-3F4407C1F3F1}" type="sibTrans" cxnId="{2E09F3F3-5959-4C6E-8EE2-22E1C90E366F}">
      <dgm:prSet/>
      <dgm:spPr/>
      <dgm:t>
        <a:bodyPr/>
        <a:lstStyle/>
        <a:p>
          <a:endParaRPr lang="en-US"/>
        </a:p>
      </dgm:t>
    </dgm:pt>
    <dgm:pt modelId="{D2F7DB12-708F-4B4E-AE78-FA1D69C046E0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20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Performance Metrics</a:t>
          </a:r>
          <a:endParaRPr lang="en-US" sz="2000"/>
        </a:p>
      </dgm:t>
    </dgm:pt>
    <dgm:pt modelId="{99F6CADE-960C-41BB-A8AD-89E3A3DB4C7D}" type="parTrans" cxnId="{713D6DA5-1A9B-4216-A106-0F023511DAD6}">
      <dgm:prSet/>
      <dgm:spPr/>
      <dgm:t>
        <a:bodyPr/>
        <a:lstStyle/>
        <a:p>
          <a:endParaRPr lang="en-US"/>
        </a:p>
      </dgm:t>
    </dgm:pt>
    <dgm:pt modelId="{DCC870C9-9422-4D59-A2F6-1ECCFEA95DF9}" type="sibTrans" cxnId="{713D6DA5-1A9B-4216-A106-0F023511DAD6}">
      <dgm:prSet/>
      <dgm:spPr/>
      <dgm:t>
        <a:bodyPr/>
        <a:lstStyle/>
        <a:p>
          <a:endParaRPr lang="en-US"/>
        </a:p>
      </dgm:t>
    </dgm:pt>
    <dgm:pt modelId="{B5C026DA-FC9B-484A-A6AC-61677582FADA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20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Trust Controls</a:t>
          </a:r>
          <a:endParaRPr lang="en-US" sz="2000"/>
        </a:p>
      </dgm:t>
    </dgm:pt>
    <dgm:pt modelId="{6EBEFE53-5DF6-48DA-9233-FFBC609FDD88}" type="parTrans" cxnId="{FEACA5DC-CFD6-480F-93AE-03F115753987}">
      <dgm:prSet/>
      <dgm:spPr/>
      <dgm:t>
        <a:bodyPr/>
        <a:lstStyle/>
        <a:p>
          <a:endParaRPr lang="en-US"/>
        </a:p>
      </dgm:t>
    </dgm:pt>
    <dgm:pt modelId="{718AFB99-CA18-4F86-9D79-32BFA04FE0E2}" type="sibTrans" cxnId="{FEACA5DC-CFD6-480F-93AE-03F115753987}">
      <dgm:prSet/>
      <dgm:spPr/>
      <dgm:t>
        <a:bodyPr/>
        <a:lstStyle/>
        <a:p>
          <a:endParaRPr lang="en-US"/>
        </a:p>
      </dgm:t>
    </dgm:pt>
    <dgm:pt modelId="{51116123-4E5B-4F68-9192-E639A119F72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Recall@K</a:t>
          </a:r>
          <a:endParaRPr lang="en-US" sz="1800"/>
        </a:p>
      </dgm:t>
    </dgm:pt>
    <dgm:pt modelId="{97874A59-016D-41A9-91FF-CA0A8F172C0C}" type="parTrans" cxnId="{A7683771-5357-4936-9340-A198EB395BFC}">
      <dgm:prSet/>
      <dgm:spPr/>
      <dgm:t>
        <a:bodyPr/>
        <a:lstStyle/>
        <a:p>
          <a:endParaRPr lang="en-US"/>
        </a:p>
      </dgm:t>
    </dgm:pt>
    <dgm:pt modelId="{FE09AC4E-F872-49A0-9832-874DEB35FD58}" type="sibTrans" cxnId="{A7683771-5357-4936-9340-A198EB395BFC}">
      <dgm:prSet/>
      <dgm:spPr/>
      <dgm:t>
        <a:bodyPr/>
        <a:lstStyle/>
        <a:p>
          <a:endParaRPr lang="en-US"/>
        </a:p>
      </dgm:t>
    </dgm:pt>
    <dgm:pt modelId="{8FDC86C9-D92F-4BF3-9F75-E3F8AF117AA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MRR</a:t>
          </a:r>
        </a:p>
      </dgm:t>
    </dgm:pt>
    <dgm:pt modelId="{13F0B3F4-B48E-4E3A-B214-FF5284040C31}" type="parTrans" cxnId="{89AAC87B-782E-4926-9C7E-823D16C78ED0}">
      <dgm:prSet/>
      <dgm:spPr/>
      <dgm:t>
        <a:bodyPr/>
        <a:lstStyle/>
        <a:p>
          <a:endParaRPr lang="en-US"/>
        </a:p>
      </dgm:t>
    </dgm:pt>
    <dgm:pt modelId="{22CDCB83-EA2D-41D7-8C4A-D9A9236A8E87}" type="sibTrans" cxnId="{89AAC87B-782E-4926-9C7E-823D16C78ED0}">
      <dgm:prSet/>
      <dgm:spPr/>
      <dgm:t>
        <a:bodyPr/>
        <a:lstStyle/>
        <a:p>
          <a:endParaRPr lang="en-US"/>
        </a:p>
      </dgm:t>
    </dgm:pt>
    <dgm:pt modelId="{EC4CD945-5962-474F-BD96-00C68025F63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Context sufficiency rate</a:t>
          </a:r>
        </a:p>
      </dgm:t>
    </dgm:pt>
    <dgm:pt modelId="{1A26F24B-BEF8-4368-B717-487AFF609298}" type="parTrans" cxnId="{32F93931-7E2D-4830-9A88-7E1F0C767B03}">
      <dgm:prSet/>
      <dgm:spPr/>
      <dgm:t>
        <a:bodyPr/>
        <a:lstStyle/>
        <a:p>
          <a:endParaRPr lang="en-US"/>
        </a:p>
      </dgm:t>
    </dgm:pt>
    <dgm:pt modelId="{235CE880-2B33-4696-963E-9C186D17BA9A}" type="sibTrans" cxnId="{32F93931-7E2D-4830-9A88-7E1F0C767B03}">
      <dgm:prSet/>
      <dgm:spPr/>
      <dgm:t>
        <a:bodyPr/>
        <a:lstStyle/>
        <a:p>
          <a:endParaRPr lang="en-US"/>
        </a:p>
      </dgm:t>
    </dgm:pt>
    <dgm:pt modelId="{9F159C43-DB37-4973-B2C9-309FBB187A7E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Token usage</a:t>
          </a:r>
        </a:p>
      </dgm:t>
    </dgm:pt>
    <dgm:pt modelId="{0D1C49D4-70C3-4896-A8C9-3F9CF916C218}" type="parTrans" cxnId="{DAF632EA-090A-4433-A653-3C49BDFD1C6C}">
      <dgm:prSet/>
      <dgm:spPr/>
      <dgm:t>
        <a:bodyPr/>
        <a:lstStyle/>
        <a:p>
          <a:endParaRPr lang="en-US"/>
        </a:p>
      </dgm:t>
    </dgm:pt>
    <dgm:pt modelId="{8E9F8958-7671-4DE1-9785-53E7E41FC4DE}" type="sibTrans" cxnId="{DAF632EA-090A-4433-A653-3C49BDFD1C6C}">
      <dgm:prSet/>
      <dgm:spPr/>
      <dgm:t>
        <a:bodyPr/>
        <a:lstStyle/>
        <a:p>
          <a:endParaRPr lang="en-US"/>
        </a:p>
      </dgm:t>
    </dgm:pt>
    <dgm:pt modelId="{DD2773AB-8CB1-4D23-9E4D-2008192A905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GPU utilization</a:t>
          </a:r>
        </a:p>
      </dgm:t>
    </dgm:pt>
    <dgm:pt modelId="{08080DB2-088D-4348-96FC-009BE3CD2F5C}" type="parTrans" cxnId="{5E1E3408-B77D-4819-B0B5-F37EE1E30480}">
      <dgm:prSet/>
      <dgm:spPr/>
      <dgm:t>
        <a:bodyPr/>
        <a:lstStyle/>
        <a:p>
          <a:endParaRPr lang="en-US"/>
        </a:p>
      </dgm:t>
    </dgm:pt>
    <dgm:pt modelId="{6E059A90-D8A9-4CC0-9AB7-3FBC57C56E85}" type="sibTrans" cxnId="{5E1E3408-B77D-4819-B0B5-F37EE1E30480}">
      <dgm:prSet/>
      <dgm:spPr/>
      <dgm:t>
        <a:bodyPr/>
        <a:lstStyle/>
        <a:p>
          <a:endParaRPr lang="en-US"/>
        </a:p>
      </dgm:t>
    </dgm:pt>
    <dgm:pt modelId="{90CA42B1-DD98-41D1-A2D3-59AEDD3C3587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p50 / p95 latency</a:t>
          </a:r>
          <a:endParaRPr lang="en-US" sz="1800"/>
        </a:p>
      </dgm:t>
    </dgm:pt>
    <dgm:pt modelId="{1549B4D5-3719-48E1-A3DB-2F0DEE342ED2}" type="parTrans" cxnId="{9FAFAFCA-672A-4F38-9824-90F7C8575637}">
      <dgm:prSet/>
      <dgm:spPr/>
      <dgm:t>
        <a:bodyPr/>
        <a:lstStyle/>
        <a:p>
          <a:endParaRPr lang="en-US"/>
        </a:p>
      </dgm:t>
    </dgm:pt>
    <dgm:pt modelId="{2FFC7934-6482-4511-9EFD-0641C111EA16}" type="sibTrans" cxnId="{9FAFAFCA-672A-4F38-9824-90F7C8575637}">
      <dgm:prSet/>
      <dgm:spPr/>
      <dgm:t>
        <a:bodyPr/>
        <a:lstStyle/>
        <a:p>
          <a:endParaRPr lang="en-US"/>
        </a:p>
      </dgm:t>
    </dgm:pt>
    <dgm:pt modelId="{4980A1D9-7329-4C44-ACE1-6B9C681B083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Refusal policy</a:t>
          </a:r>
          <a:endParaRPr lang="en-US" sz="1800"/>
        </a:p>
      </dgm:t>
    </dgm:pt>
    <dgm:pt modelId="{D1BEAB31-CB97-4068-B9E2-1534BF5EE930}" type="parTrans" cxnId="{427DC50E-769A-4F3F-B0DB-1B83DD299AFE}">
      <dgm:prSet/>
      <dgm:spPr/>
      <dgm:t>
        <a:bodyPr/>
        <a:lstStyle/>
        <a:p>
          <a:endParaRPr lang="en-US"/>
        </a:p>
      </dgm:t>
    </dgm:pt>
    <dgm:pt modelId="{242357E2-66C5-4DA0-B38A-EA8D5C1DB5DF}" type="sibTrans" cxnId="{427DC50E-769A-4F3F-B0DB-1B83DD299AFE}">
      <dgm:prSet/>
      <dgm:spPr/>
      <dgm:t>
        <a:bodyPr/>
        <a:lstStyle/>
        <a:p>
          <a:endParaRPr lang="en-US"/>
        </a:p>
      </dgm:t>
    </dgm:pt>
    <dgm:pt modelId="{0222741D-51B7-4865-914B-9367AB39D2E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Citation validation</a:t>
          </a:r>
        </a:p>
      </dgm:t>
    </dgm:pt>
    <dgm:pt modelId="{734D1127-65B3-40F6-B3ED-7D85A6C11807}" type="parTrans" cxnId="{52236BDC-2741-4136-86B9-20972242EE68}">
      <dgm:prSet/>
      <dgm:spPr/>
      <dgm:t>
        <a:bodyPr/>
        <a:lstStyle/>
        <a:p>
          <a:endParaRPr lang="en-US"/>
        </a:p>
      </dgm:t>
    </dgm:pt>
    <dgm:pt modelId="{4873A058-34C7-483E-9F47-B689D39BA595}" type="sibTrans" cxnId="{52236BDC-2741-4136-86B9-20972242EE68}">
      <dgm:prSet/>
      <dgm:spPr/>
      <dgm:t>
        <a:bodyPr/>
        <a:lstStyle/>
        <a:p>
          <a:endParaRPr lang="en-US"/>
        </a:p>
      </dgm:t>
    </dgm:pt>
    <dgm:pt modelId="{3D566B15-8BF5-4332-9033-94B0B408A5D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Logging &amp; traceability</a:t>
          </a:r>
        </a:p>
      </dgm:t>
    </dgm:pt>
    <dgm:pt modelId="{8549A8A0-E31C-47A1-A9EC-4BC21F35BD7B}" type="parTrans" cxnId="{C7ACF1BA-0FD4-4116-8AB8-33D9B6D08D45}">
      <dgm:prSet/>
      <dgm:spPr/>
      <dgm:t>
        <a:bodyPr/>
        <a:lstStyle/>
        <a:p>
          <a:endParaRPr lang="en-US"/>
        </a:p>
      </dgm:t>
    </dgm:pt>
    <dgm:pt modelId="{867BE4DF-1E3E-470F-A449-BE236810CEF4}" type="sibTrans" cxnId="{C7ACF1BA-0FD4-4116-8AB8-33D9B6D08D45}">
      <dgm:prSet/>
      <dgm:spPr/>
      <dgm:t>
        <a:bodyPr/>
        <a:lstStyle/>
        <a:p>
          <a:endParaRPr lang="en-US"/>
        </a:p>
      </dgm:t>
    </dgm:pt>
    <dgm:pt modelId="{3C4B9F3A-D7AF-42A0-B3EF-217DFCA19314}" type="pres">
      <dgm:prSet presAssocID="{165F1E79-DC0A-4845-B045-F9556159AC26}" presName="root" presStyleCnt="0">
        <dgm:presLayoutVars>
          <dgm:dir/>
          <dgm:resizeHandles val="exact"/>
        </dgm:presLayoutVars>
      </dgm:prSet>
      <dgm:spPr/>
    </dgm:pt>
    <dgm:pt modelId="{BCD25C65-BB05-4B24-B08C-80C8666CB8E1}" type="pres">
      <dgm:prSet presAssocID="{B3FB7E61-1B65-4DC4-9000-4B265C3B1952}" presName="compNode" presStyleCnt="0"/>
      <dgm:spPr/>
    </dgm:pt>
    <dgm:pt modelId="{9CCCF9D4-717A-4AF3-8520-218A7E560184}" type="pres">
      <dgm:prSet presAssocID="{B3FB7E61-1B65-4DC4-9000-4B265C3B1952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243F3CFF-9A3A-4877-B595-19B41AE8C6E6}" type="pres">
      <dgm:prSet presAssocID="{B3FB7E61-1B65-4DC4-9000-4B265C3B1952}" presName="iconSpace" presStyleCnt="0"/>
      <dgm:spPr/>
    </dgm:pt>
    <dgm:pt modelId="{802B378A-0921-4491-9605-4ED379029483}" type="pres">
      <dgm:prSet presAssocID="{B3FB7E61-1B65-4DC4-9000-4B265C3B1952}" presName="parTx" presStyleLbl="revTx" presStyleIdx="0" presStyleCnt="6">
        <dgm:presLayoutVars>
          <dgm:chMax val="0"/>
          <dgm:chPref val="0"/>
        </dgm:presLayoutVars>
      </dgm:prSet>
      <dgm:spPr/>
    </dgm:pt>
    <dgm:pt modelId="{7940A6E1-E0FE-47B6-9D19-7D2887C3DC7D}" type="pres">
      <dgm:prSet presAssocID="{B3FB7E61-1B65-4DC4-9000-4B265C3B1952}" presName="txSpace" presStyleCnt="0"/>
      <dgm:spPr/>
    </dgm:pt>
    <dgm:pt modelId="{8512D15A-E3DB-4DDD-8AD9-AE55921075A6}" type="pres">
      <dgm:prSet presAssocID="{B3FB7E61-1B65-4DC4-9000-4B265C3B1952}" presName="desTx" presStyleLbl="revTx" presStyleIdx="1" presStyleCnt="6">
        <dgm:presLayoutVars/>
      </dgm:prSet>
      <dgm:spPr/>
    </dgm:pt>
    <dgm:pt modelId="{A8CF8A3A-E9EE-4DC9-8DEB-946D3ADD02B0}" type="pres">
      <dgm:prSet presAssocID="{C4A19611-2EFB-4448-90E0-3F4407C1F3F1}" presName="sibTrans" presStyleCnt="0"/>
      <dgm:spPr/>
    </dgm:pt>
    <dgm:pt modelId="{3780DD63-3034-48D6-9BC5-4A42DA019402}" type="pres">
      <dgm:prSet presAssocID="{D2F7DB12-708F-4B4E-AE78-FA1D69C046E0}" presName="compNode" presStyleCnt="0"/>
      <dgm:spPr/>
    </dgm:pt>
    <dgm:pt modelId="{133EB4CE-1F48-4563-867A-C4F30C2A0CA0}" type="pres">
      <dgm:prSet presAssocID="{D2F7DB12-708F-4B4E-AE78-FA1D69C046E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433288EC-B570-43DA-A3EA-E98046A22BF6}" type="pres">
      <dgm:prSet presAssocID="{D2F7DB12-708F-4B4E-AE78-FA1D69C046E0}" presName="iconSpace" presStyleCnt="0"/>
      <dgm:spPr/>
    </dgm:pt>
    <dgm:pt modelId="{E9191C3B-88A8-427A-99DE-701946AB851B}" type="pres">
      <dgm:prSet presAssocID="{D2F7DB12-708F-4B4E-AE78-FA1D69C046E0}" presName="parTx" presStyleLbl="revTx" presStyleIdx="2" presStyleCnt="6">
        <dgm:presLayoutVars>
          <dgm:chMax val="0"/>
          <dgm:chPref val="0"/>
        </dgm:presLayoutVars>
      </dgm:prSet>
      <dgm:spPr/>
    </dgm:pt>
    <dgm:pt modelId="{809BA8AB-F81E-4199-8C1D-BAFE79EDE561}" type="pres">
      <dgm:prSet presAssocID="{D2F7DB12-708F-4B4E-AE78-FA1D69C046E0}" presName="txSpace" presStyleCnt="0"/>
      <dgm:spPr/>
    </dgm:pt>
    <dgm:pt modelId="{450D8CEB-A99E-40DC-8258-17CB1A7548F2}" type="pres">
      <dgm:prSet presAssocID="{D2F7DB12-708F-4B4E-AE78-FA1D69C046E0}" presName="desTx" presStyleLbl="revTx" presStyleIdx="3" presStyleCnt="6">
        <dgm:presLayoutVars/>
      </dgm:prSet>
      <dgm:spPr/>
    </dgm:pt>
    <dgm:pt modelId="{25502700-7E04-4525-8E0C-2482DA1E1427}" type="pres">
      <dgm:prSet presAssocID="{DCC870C9-9422-4D59-A2F6-1ECCFEA95DF9}" presName="sibTrans" presStyleCnt="0"/>
      <dgm:spPr/>
    </dgm:pt>
    <dgm:pt modelId="{28078759-C0E5-45DB-896B-525600EA42B3}" type="pres">
      <dgm:prSet presAssocID="{B5C026DA-FC9B-484A-A6AC-61677582FADA}" presName="compNode" presStyleCnt="0"/>
      <dgm:spPr/>
    </dgm:pt>
    <dgm:pt modelId="{764A83D3-AEA7-4EC2-AF82-FCB8CEEC7D05}" type="pres">
      <dgm:prSet presAssocID="{B5C026DA-FC9B-484A-A6AC-61677582FAD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E0D1E8A3-8797-4FA4-BC5D-B4FFFB6C71B1}" type="pres">
      <dgm:prSet presAssocID="{B5C026DA-FC9B-484A-A6AC-61677582FADA}" presName="iconSpace" presStyleCnt="0"/>
      <dgm:spPr/>
    </dgm:pt>
    <dgm:pt modelId="{9B5AC631-7F57-40EB-B1B3-79F1864BC294}" type="pres">
      <dgm:prSet presAssocID="{B5C026DA-FC9B-484A-A6AC-61677582FADA}" presName="parTx" presStyleLbl="revTx" presStyleIdx="4" presStyleCnt="6">
        <dgm:presLayoutVars>
          <dgm:chMax val="0"/>
          <dgm:chPref val="0"/>
        </dgm:presLayoutVars>
      </dgm:prSet>
      <dgm:spPr/>
    </dgm:pt>
    <dgm:pt modelId="{F559759F-34F7-4DB7-A31D-E99E1B699D66}" type="pres">
      <dgm:prSet presAssocID="{B5C026DA-FC9B-484A-A6AC-61677582FADA}" presName="txSpace" presStyleCnt="0"/>
      <dgm:spPr/>
    </dgm:pt>
    <dgm:pt modelId="{F41619D8-D60E-429B-8C67-D8A4BC821CE0}" type="pres">
      <dgm:prSet presAssocID="{B5C026DA-FC9B-484A-A6AC-61677582FADA}" presName="desTx" presStyleLbl="revTx" presStyleIdx="5" presStyleCnt="6">
        <dgm:presLayoutVars/>
      </dgm:prSet>
      <dgm:spPr/>
    </dgm:pt>
  </dgm:ptLst>
  <dgm:cxnLst>
    <dgm:cxn modelId="{5E1E3408-B77D-4819-B0B5-F37EE1E30480}" srcId="{D2F7DB12-708F-4B4E-AE78-FA1D69C046E0}" destId="{DD2773AB-8CB1-4D23-9E4D-2008192A9058}" srcOrd="2" destOrd="0" parTransId="{08080DB2-088D-4348-96FC-009BE3CD2F5C}" sibTransId="{6E059A90-D8A9-4CC0-9AB7-3FBC57C56E85}"/>
    <dgm:cxn modelId="{427DC50E-769A-4F3F-B0DB-1B83DD299AFE}" srcId="{B5C026DA-FC9B-484A-A6AC-61677582FADA}" destId="{4980A1D9-7329-4C44-ACE1-6B9C681B0830}" srcOrd="0" destOrd="0" parTransId="{D1BEAB31-CB97-4068-B9E2-1534BF5EE930}" sibTransId="{242357E2-66C5-4DA0-B38A-EA8D5C1DB5DF}"/>
    <dgm:cxn modelId="{195A9622-2EE3-497E-9BE1-C716BBD1387C}" type="presOf" srcId="{0222741D-51B7-4865-914B-9367AB39D2E4}" destId="{F41619D8-D60E-429B-8C67-D8A4BC821CE0}" srcOrd="0" destOrd="1" presId="urn:microsoft.com/office/officeart/2018/2/layout/IconLabelDescriptionList"/>
    <dgm:cxn modelId="{175CDE25-4E1A-4E24-B088-0837A929A9DE}" type="presOf" srcId="{B3FB7E61-1B65-4DC4-9000-4B265C3B1952}" destId="{802B378A-0921-4491-9605-4ED379029483}" srcOrd="0" destOrd="0" presId="urn:microsoft.com/office/officeart/2018/2/layout/IconLabelDescriptionList"/>
    <dgm:cxn modelId="{2CFC9E2D-3EFD-4EAF-8455-BF087FEE4E45}" type="presOf" srcId="{4980A1D9-7329-4C44-ACE1-6B9C681B0830}" destId="{F41619D8-D60E-429B-8C67-D8A4BC821CE0}" srcOrd="0" destOrd="0" presId="urn:microsoft.com/office/officeart/2018/2/layout/IconLabelDescriptionList"/>
    <dgm:cxn modelId="{32F93931-7E2D-4830-9A88-7E1F0C767B03}" srcId="{B3FB7E61-1B65-4DC4-9000-4B265C3B1952}" destId="{EC4CD945-5962-474F-BD96-00C68025F630}" srcOrd="2" destOrd="0" parTransId="{1A26F24B-BEF8-4368-B717-487AFF609298}" sibTransId="{235CE880-2B33-4696-963E-9C186D17BA9A}"/>
    <dgm:cxn modelId="{F3D48238-E60D-4C88-8D17-D6AF2E07726E}" type="presOf" srcId="{DD2773AB-8CB1-4D23-9E4D-2008192A9058}" destId="{450D8CEB-A99E-40DC-8258-17CB1A7548F2}" srcOrd="0" destOrd="2" presId="urn:microsoft.com/office/officeart/2018/2/layout/IconLabelDescriptionList"/>
    <dgm:cxn modelId="{7F58CB38-092F-4E17-ADDC-BA71D046B37B}" type="presOf" srcId="{165F1E79-DC0A-4845-B045-F9556159AC26}" destId="{3C4B9F3A-D7AF-42A0-B3EF-217DFCA19314}" srcOrd="0" destOrd="0" presId="urn:microsoft.com/office/officeart/2018/2/layout/IconLabelDescriptionList"/>
    <dgm:cxn modelId="{C38DE861-42EE-4C6E-8FC4-CCDDA0FAC320}" type="presOf" srcId="{90CA42B1-DD98-41D1-A2D3-59AEDD3C3587}" destId="{450D8CEB-A99E-40DC-8258-17CB1A7548F2}" srcOrd="0" destOrd="0" presId="urn:microsoft.com/office/officeart/2018/2/layout/IconLabelDescriptionList"/>
    <dgm:cxn modelId="{A7683771-5357-4936-9340-A198EB395BFC}" srcId="{B3FB7E61-1B65-4DC4-9000-4B265C3B1952}" destId="{51116123-4E5B-4F68-9192-E639A119F72F}" srcOrd="0" destOrd="0" parTransId="{97874A59-016D-41A9-91FF-CA0A8F172C0C}" sibTransId="{FE09AC4E-F872-49A0-9832-874DEB35FD58}"/>
    <dgm:cxn modelId="{7DC28A75-1D78-4F72-9DF3-9A1E24C15BE4}" type="presOf" srcId="{8FDC86C9-D92F-4BF3-9F75-E3F8AF117AAB}" destId="{8512D15A-E3DB-4DDD-8AD9-AE55921075A6}" srcOrd="0" destOrd="1" presId="urn:microsoft.com/office/officeart/2018/2/layout/IconLabelDescriptionList"/>
    <dgm:cxn modelId="{89AAC87B-782E-4926-9C7E-823D16C78ED0}" srcId="{B3FB7E61-1B65-4DC4-9000-4B265C3B1952}" destId="{8FDC86C9-D92F-4BF3-9F75-E3F8AF117AAB}" srcOrd="1" destOrd="0" parTransId="{13F0B3F4-B48E-4E3A-B214-FF5284040C31}" sibTransId="{22CDCB83-EA2D-41D7-8C4A-D9A9236A8E87}"/>
    <dgm:cxn modelId="{9FF2138B-C551-46E2-AE88-E6089159C8B0}" type="presOf" srcId="{9F159C43-DB37-4973-B2C9-309FBB187A7E}" destId="{450D8CEB-A99E-40DC-8258-17CB1A7548F2}" srcOrd="0" destOrd="1" presId="urn:microsoft.com/office/officeart/2018/2/layout/IconLabelDescriptionList"/>
    <dgm:cxn modelId="{8AFACA8C-1382-4158-B14D-9720E581F657}" type="presOf" srcId="{B5C026DA-FC9B-484A-A6AC-61677582FADA}" destId="{9B5AC631-7F57-40EB-B1B3-79F1864BC294}" srcOrd="0" destOrd="0" presId="urn:microsoft.com/office/officeart/2018/2/layout/IconLabelDescriptionList"/>
    <dgm:cxn modelId="{8EC7DB95-84DB-4FD7-B260-164A577132FE}" type="presOf" srcId="{EC4CD945-5962-474F-BD96-00C68025F630}" destId="{8512D15A-E3DB-4DDD-8AD9-AE55921075A6}" srcOrd="0" destOrd="2" presId="urn:microsoft.com/office/officeart/2018/2/layout/IconLabelDescriptionList"/>
    <dgm:cxn modelId="{5056B5A0-B7FE-46F9-90A6-BAD2A1900F64}" type="presOf" srcId="{D2F7DB12-708F-4B4E-AE78-FA1D69C046E0}" destId="{E9191C3B-88A8-427A-99DE-701946AB851B}" srcOrd="0" destOrd="0" presId="urn:microsoft.com/office/officeart/2018/2/layout/IconLabelDescriptionList"/>
    <dgm:cxn modelId="{713D6DA5-1A9B-4216-A106-0F023511DAD6}" srcId="{165F1E79-DC0A-4845-B045-F9556159AC26}" destId="{D2F7DB12-708F-4B4E-AE78-FA1D69C046E0}" srcOrd="1" destOrd="0" parTransId="{99F6CADE-960C-41BB-A8AD-89E3A3DB4C7D}" sibTransId="{DCC870C9-9422-4D59-A2F6-1ECCFEA95DF9}"/>
    <dgm:cxn modelId="{C7ACF1BA-0FD4-4116-8AB8-33D9B6D08D45}" srcId="{B5C026DA-FC9B-484A-A6AC-61677582FADA}" destId="{3D566B15-8BF5-4332-9033-94B0B408A5DF}" srcOrd="2" destOrd="0" parTransId="{8549A8A0-E31C-47A1-A9EC-4BC21F35BD7B}" sibTransId="{867BE4DF-1E3E-470F-A449-BE236810CEF4}"/>
    <dgm:cxn modelId="{9FAFAFCA-672A-4F38-9824-90F7C8575637}" srcId="{D2F7DB12-708F-4B4E-AE78-FA1D69C046E0}" destId="{90CA42B1-DD98-41D1-A2D3-59AEDD3C3587}" srcOrd="0" destOrd="0" parTransId="{1549B4D5-3719-48E1-A3DB-2F0DEE342ED2}" sibTransId="{2FFC7934-6482-4511-9EFD-0641C111EA16}"/>
    <dgm:cxn modelId="{52236BDC-2741-4136-86B9-20972242EE68}" srcId="{B5C026DA-FC9B-484A-A6AC-61677582FADA}" destId="{0222741D-51B7-4865-914B-9367AB39D2E4}" srcOrd="1" destOrd="0" parTransId="{734D1127-65B3-40F6-B3ED-7D85A6C11807}" sibTransId="{4873A058-34C7-483E-9F47-B689D39BA595}"/>
    <dgm:cxn modelId="{FEACA5DC-CFD6-480F-93AE-03F115753987}" srcId="{165F1E79-DC0A-4845-B045-F9556159AC26}" destId="{B5C026DA-FC9B-484A-A6AC-61677582FADA}" srcOrd="2" destOrd="0" parTransId="{6EBEFE53-5DF6-48DA-9233-FFBC609FDD88}" sibTransId="{718AFB99-CA18-4F86-9D79-32BFA04FE0E2}"/>
    <dgm:cxn modelId="{DAF632EA-090A-4433-A653-3C49BDFD1C6C}" srcId="{D2F7DB12-708F-4B4E-AE78-FA1D69C046E0}" destId="{9F159C43-DB37-4973-B2C9-309FBB187A7E}" srcOrd="1" destOrd="0" parTransId="{0D1C49D4-70C3-4896-A8C9-3F9CF916C218}" sibTransId="{8E9F8958-7671-4DE1-9785-53E7E41FC4DE}"/>
    <dgm:cxn modelId="{06CC10EF-FBE6-46C1-89FE-2033ACE2B1D5}" type="presOf" srcId="{3D566B15-8BF5-4332-9033-94B0B408A5DF}" destId="{F41619D8-D60E-429B-8C67-D8A4BC821CE0}" srcOrd="0" destOrd="2" presId="urn:microsoft.com/office/officeart/2018/2/layout/IconLabelDescriptionList"/>
    <dgm:cxn modelId="{292A4EEF-7FF8-40A9-BF82-DE3944D13AF4}" type="presOf" srcId="{51116123-4E5B-4F68-9192-E639A119F72F}" destId="{8512D15A-E3DB-4DDD-8AD9-AE55921075A6}" srcOrd="0" destOrd="0" presId="urn:microsoft.com/office/officeart/2018/2/layout/IconLabelDescriptionList"/>
    <dgm:cxn modelId="{2E09F3F3-5959-4C6E-8EE2-22E1C90E366F}" srcId="{165F1E79-DC0A-4845-B045-F9556159AC26}" destId="{B3FB7E61-1B65-4DC4-9000-4B265C3B1952}" srcOrd="0" destOrd="0" parTransId="{FA273D58-0E93-47BD-82AB-45433CB5004D}" sibTransId="{C4A19611-2EFB-4448-90E0-3F4407C1F3F1}"/>
    <dgm:cxn modelId="{6A60E3EF-733A-4B29-A0F4-2E86DA12A8F5}" type="presParOf" srcId="{3C4B9F3A-D7AF-42A0-B3EF-217DFCA19314}" destId="{BCD25C65-BB05-4B24-B08C-80C8666CB8E1}" srcOrd="0" destOrd="0" presId="urn:microsoft.com/office/officeart/2018/2/layout/IconLabelDescriptionList"/>
    <dgm:cxn modelId="{7EAE70C2-F73B-4136-A956-5C2B4892CEC7}" type="presParOf" srcId="{BCD25C65-BB05-4B24-B08C-80C8666CB8E1}" destId="{9CCCF9D4-717A-4AF3-8520-218A7E560184}" srcOrd="0" destOrd="0" presId="urn:microsoft.com/office/officeart/2018/2/layout/IconLabelDescriptionList"/>
    <dgm:cxn modelId="{A99FB362-ACEA-45EE-9869-7C3018A8B34E}" type="presParOf" srcId="{BCD25C65-BB05-4B24-B08C-80C8666CB8E1}" destId="{243F3CFF-9A3A-4877-B595-19B41AE8C6E6}" srcOrd="1" destOrd="0" presId="urn:microsoft.com/office/officeart/2018/2/layout/IconLabelDescriptionList"/>
    <dgm:cxn modelId="{0F79EA7E-A8D4-4D74-BC16-C193D2A48ABE}" type="presParOf" srcId="{BCD25C65-BB05-4B24-B08C-80C8666CB8E1}" destId="{802B378A-0921-4491-9605-4ED379029483}" srcOrd="2" destOrd="0" presId="urn:microsoft.com/office/officeart/2018/2/layout/IconLabelDescriptionList"/>
    <dgm:cxn modelId="{F3DE221A-418B-4D99-BD17-639308223AC2}" type="presParOf" srcId="{BCD25C65-BB05-4B24-B08C-80C8666CB8E1}" destId="{7940A6E1-E0FE-47B6-9D19-7D2887C3DC7D}" srcOrd="3" destOrd="0" presId="urn:microsoft.com/office/officeart/2018/2/layout/IconLabelDescriptionList"/>
    <dgm:cxn modelId="{6FFCF0E1-692E-44EE-A693-1776F0A39B86}" type="presParOf" srcId="{BCD25C65-BB05-4B24-B08C-80C8666CB8E1}" destId="{8512D15A-E3DB-4DDD-8AD9-AE55921075A6}" srcOrd="4" destOrd="0" presId="urn:microsoft.com/office/officeart/2018/2/layout/IconLabelDescriptionList"/>
    <dgm:cxn modelId="{AF026B6C-7193-4CAD-8956-9CD1F99EF6B6}" type="presParOf" srcId="{3C4B9F3A-D7AF-42A0-B3EF-217DFCA19314}" destId="{A8CF8A3A-E9EE-4DC9-8DEB-946D3ADD02B0}" srcOrd="1" destOrd="0" presId="urn:microsoft.com/office/officeart/2018/2/layout/IconLabelDescriptionList"/>
    <dgm:cxn modelId="{1BDF4797-02E1-47FF-BC1C-88AD0978D802}" type="presParOf" srcId="{3C4B9F3A-D7AF-42A0-B3EF-217DFCA19314}" destId="{3780DD63-3034-48D6-9BC5-4A42DA019402}" srcOrd="2" destOrd="0" presId="urn:microsoft.com/office/officeart/2018/2/layout/IconLabelDescriptionList"/>
    <dgm:cxn modelId="{96DCA90A-55AF-41EE-AFA7-97AF6E0A3166}" type="presParOf" srcId="{3780DD63-3034-48D6-9BC5-4A42DA019402}" destId="{133EB4CE-1F48-4563-867A-C4F30C2A0CA0}" srcOrd="0" destOrd="0" presId="urn:microsoft.com/office/officeart/2018/2/layout/IconLabelDescriptionList"/>
    <dgm:cxn modelId="{9A6D4DC9-1AB6-4E82-A748-A644D2D09A5B}" type="presParOf" srcId="{3780DD63-3034-48D6-9BC5-4A42DA019402}" destId="{433288EC-B570-43DA-A3EA-E98046A22BF6}" srcOrd="1" destOrd="0" presId="urn:microsoft.com/office/officeart/2018/2/layout/IconLabelDescriptionList"/>
    <dgm:cxn modelId="{7592A6C4-B10E-4A37-9FB1-594652AB94E9}" type="presParOf" srcId="{3780DD63-3034-48D6-9BC5-4A42DA019402}" destId="{E9191C3B-88A8-427A-99DE-701946AB851B}" srcOrd="2" destOrd="0" presId="urn:microsoft.com/office/officeart/2018/2/layout/IconLabelDescriptionList"/>
    <dgm:cxn modelId="{EDCE5B7E-8019-4BF1-854E-547209EBCE4C}" type="presParOf" srcId="{3780DD63-3034-48D6-9BC5-4A42DA019402}" destId="{809BA8AB-F81E-4199-8C1D-BAFE79EDE561}" srcOrd="3" destOrd="0" presId="urn:microsoft.com/office/officeart/2018/2/layout/IconLabelDescriptionList"/>
    <dgm:cxn modelId="{79AE17D0-302D-41C4-B612-7FA58BF9FD0E}" type="presParOf" srcId="{3780DD63-3034-48D6-9BC5-4A42DA019402}" destId="{450D8CEB-A99E-40DC-8258-17CB1A7548F2}" srcOrd="4" destOrd="0" presId="urn:microsoft.com/office/officeart/2018/2/layout/IconLabelDescriptionList"/>
    <dgm:cxn modelId="{D26A8897-D3F0-43D7-A4C4-8D3267D39264}" type="presParOf" srcId="{3C4B9F3A-D7AF-42A0-B3EF-217DFCA19314}" destId="{25502700-7E04-4525-8E0C-2482DA1E1427}" srcOrd="3" destOrd="0" presId="urn:microsoft.com/office/officeart/2018/2/layout/IconLabelDescriptionList"/>
    <dgm:cxn modelId="{A297985A-29D0-4E92-9EA5-9963A723F4C2}" type="presParOf" srcId="{3C4B9F3A-D7AF-42A0-B3EF-217DFCA19314}" destId="{28078759-C0E5-45DB-896B-525600EA42B3}" srcOrd="4" destOrd="0" presId="urn:microsoft.com/office/officeart/2018/2/layout/IconLabelDescriptionList"/>
    <dgm:cxn modelId="{18C99C3B-FE4C-4176-AC66-05D13BC3729B}" type="presParOf" srcId="{28078759-C0E5-45DB-896B-525600EA42B3}" destId="{764A83D3-AEA7-4EC2-AF82-FCB8CEEC7D05}" srcOrd="0" destOrd="0" presId="urn:microsoft.com/office/officeart/2018/2/layout/IconLabelDescriptionList"/>
    <dgm:cxn modelId="{D6877ED3-87C3-4E98-9486-AE111B0A38A5}" type="presParOf" srcId="{28078759-C0E5-45DB-896B-525600EA42B3}" destId="{E0D1E8A3-8797-4FA4-BC5D-B4FFFB6C71B1}" srcOrd="1" destOrd="0" presId="urn:microsoft.com/office/officeart/2018/2/layout/IconLabelDescriptionList"/>
    <dgm:cxn modelId="{BE878553-2643-4A50-8433-574EE753AA72}" type="presParOf" srcId="{28078759-C0E5-45DB-896B-525600EA42B3}" destId="{9B5AC631-7F57-40EB-B1B3-79F1864BC294}" srcOrd="2" destOrd="0" presId="urn:microsoft.com/office/officeart/2018/2/layout/IconLabelDescriptionList"/>
    <dgm:cxn modelId="{030514E5-DCA7-48C8-BE45-96B747834782}" type="presParOf" srcId="{28078759-C0E5-45DB-896B-525600EA42B3}" destId="{F559759F-34F7-4DB7-A31D-E99E1B699D66}" srcOrd="3" destOrd="0" presId="urn:microsoft.com/office/officeart/2018/2/layout/IconLabelDescriptionList"/>
    <dgm:cxn modelId="{F94321B7-1DA2-498C-8798-F860FC0E4AF9}" type="presParOf" srcId="{28078759-C0E5-45DB-896B-525600EA42B3}" destId="{F41619D8-D60E-429B-8C67-D8A4BC821CE0}" srcOrd="4" destOrd="0" presId="urn:microsoft.com/office/officeart/2018/2/layout/IconLabelDescriptionList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22D6B37-6CB6-49FB-B40B-618D2AEBA07F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4EE4C75-7357-415A-93DB-675B3A0BCD56}">
      <dgm:prSet custT="1"/>
      <dgm:spPr>
        <a:noFill/>
        <a:effectLst>
          <a:outerShdw blurRad="63500" dist="50800" dir="5400000" algn="ctr" rotWithShape="0">
            <a:srgbClr val="000000">
              <a:alpha val="99000"/>
            </a:srgbClr>
          </a:outerShdw>
        </a:effectLst>
      </dgm:spPr>
      <dgm:t>
        <a:bodyPr/>
        <a:lstStyle/>
        <a:p>
          <a:r>
            <a:rPr lang="en-US" sz="4000" b="0" i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Thank </a:t>
          </a:r>
        </a:p>
        <a:p>
          <a:r>
            <a:rPr lang="en-US" sz="4000" b="0" i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You</a:t>
          </a:r>
          <a:endParaRPr lang="en-US" sz="40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2DDBA08F-FD04-454E-B772-179C403FBA13}" type="parTrans" cxnId="{E1C22C74-6B36-4AB4-979A-A0C3B1128888}">
      <dgm:prSet/>
      <dgm:spPr/>
      <dgm:t>
        <a:bodyPr/>
        <a:lstStyle/>
        <a:p>
          <a:endParaRPr lang="en-US"/>
        </a:p>
      </dgm:t>
    </dgm:pt>
    <dgm:pt modelId="{263C21C5-F1D9-456C-B1F3-DF3D857E276C}" type="sibTrans" cxnId="{E1C22C74-6B36-4AB4-979A-A0C3B1128888}">
      <dgm:prSet/>
      <dgm:spPr/>
      <dgm:t>
        <a:bodyPr/>
        <a:lstStyle/>
        <a:p>
          <a:endParaRPr lang="en-US"/>
        </a:p>
      </dgm:t>
    </dgm:pt>
    <dgm:pt modelId="{F7542CB7-8156-4597-8600-357B59429AC2}" type="pres">
      <dgm:prSet presAssocID="{622D6B37-6CB6-49FB-B40B-618D2AEBA07F}" presName="Name0" presStyleCnt="0">
        <dgm:presLayoutVars>
          <dgm:dir/>
          <dgm:animLvl val="lvl"/>
          <dgm:resizeHandles val="exact"/>
        </dgm:presLayoutVars>
      </dgm:prSet>
      <dgm:spPr/>
    </dgm:pt>
    <dgm:pt modelId="{5F02EA09-57BF-4783-8630-49437B731F6A}" type="pres">
      <dgm:prSet presAssocID="{34EE4C75-7357-415A-93DB-675B3A0BCD56}" presName="linNode" presStyleCnt="0"/>
      <dgm:spPr/>
    </dgm:pt>
    <dgm:pt modelId="{F6B62DCA-2208-45C4-9D31-8851FB8CF49C}" type="pres">
      <dgm:prSet presAssocID="{34EE4C75-7357-415A-93DB-675B3A0BCD56}" presName="parentText" presStyleLbl="node1" presStyleIdx="0" presStyleCnt="1">
        <dgm:presLayoutVars>
          <dgm:chMax val="1"/>
          <dgm:bulletEnabled val="1"/>
        </dgm:presLayoutVars>
      </dgm:prSet>
      <dgm:spPr/>
    </dgm:pt>
  </dgm:ptLst>
  <dgm:cxnLst>
    <dgm:cxn modelId="{CA976906-28C2-4107-87E6-B7DC62FA3F84}" type="presOf" srcId="{622D6B37-6CB6-49FB-B40B-618D2AEBA07F}" destId="{F7542CB7-8156-4597-8600-357B59429AC2}" srcOrd="0" destOrd="0" presId="urn:microsoft.com/office/officeart/2005/8/layout/vList5"/>
    <dgm:cxn modelId="{965A5A44-BAA8-421E-9709-3A8DE5BB4BFB}" type="presOf" srcId="{34EE4C75-7357-415A-93DB-675B3A0BCD56}" destId="{F6B62DCA-2208-45C4-9D31-8851FB8CF49C}" srcOrd="0" destOrd="0" presId="urn:microsoft.com/office/officeart/2005/8/layout/vList5"/>
    <dgm:cxn modelId="{E1C22C74-6B36-4AB4-979A-A0C3B1128888}" srcId="{622D6B37-6CB6-49FB-B40B-618D2AEBA07F}" destId="{34EE4C75-7357-415A-93DB-675B3A0BCD56}" srcOrd="0" destOrd="0" parTransId="{2DDBA08F-FD04-454E-B772-179C403FBA13}" sibTransId="{263C21C5-F1D9-456C-B1F3-DF3D857E276C}"/>
    <dgm:cxn modelId="{2533C3E3-0607-4E04-838B-63E588C1F502}" type="presParOf" srcId="{F7542CB7-8156-4597-8600-357B59429AC2}" destId="{5F02EA09-57BF-4783-8630-49437B731F6A}" srcOrd="0" destOrd="0" presId="urn:microsoft.com/office/officeart/2005/8/layout/vList5"/>
    <dgm:cxn modelId="{B1931B86-B0F4-400D-B5A4-3BD84982A92B}" type="presParOf" srcId="{5F02EA09-57BF-4783-8630-49437B731F6A}" destId="{F6B62DCA-2208-45C4-9D31-8851FB8CF49C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CCF9D4-717A-4AF3-8520-218A7E560184}">
      <dsp:nvSpPr>
        <dsp:cNvPr id="0" name=""/>
        <dsp:cNvSpPr/>
      </dsp:nvSpPr>
      <dsp:spPr>
        <a:xfrm>
          <a:off x="9942" y="465216"/>
          <a:ext cx="910149" cy="9101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2B378A-0921-4491-9605-4ED379029483}">
      <dsp:nvSpPr>
        <dsp:cNvPr id="0" name=""/>
        <dsp:cNvSpPr/>
      </dsp:nvSpPr>
      <dsp:spPr>
        <a:xfrm>
          <a:off x="9942" y="1483258"/>
          <a:ext cx="2600426" cy="3900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Retrieval Metrics</a:t>
          </a:r>
          <a:endParaRPr lang="en-US" sz="20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9942" y="1483258"/>
        <a:ext cx="2600426" cy="390064"/>
      </dsp:txXfrm>
    </dsp:sp>
    <dsp:sp modelId="{8512D15A-E3DB-4DDD-8AD9-AE55921075A6}">
      <dsp:nvSpPr>
        <dsp:cNvPr id="0" name=""/>
        <dsp:cNvSpPr/>
      </dsp:nvSpPr>
      <dsp:spPr>
        <a:xfrm>
          <a:off x="9942" y="1923505"/>
          <a:ext cx="2600426" cy="10508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Recall@K</a:t>
          </a:r>
          <a:endParaRPr lang="en-US" sz="1800" kern="1200"/>
        </a:p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MRR</a:t>
          </a:r>
        </a:p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Context sufficiency rate</a:t>
          </a:r>
        </a:p>
      </dsp:txBody>
      <dsp:txXfrm>
        <a:off x="9942" y="1923505"/>
        <a:ext cx="2600426" cy="1050855"/>
      </dsp:txXfrm>
    </dsp:sp>
    <dsp:sp modelId="{133EB4CE-1F48-4563-867A-C4F30C2A0CA0}">
      <dsp:nvSpPr>
        <dsp:cNvPr id="0" name=""/>
        <dsp:cNvSpPr/>
      </dsp:nvSpPr>
      <dsp:spPr>
        <a:xfrm>
          <a:off x="3065444" y="465216"/>
          <a:ext cx="910149" cy="9101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191C3B-88A8-427A-99DE-701946AB851B}">
      <dsp:nvSpPr>
        <dsp:cNvPr id="0" name=""/>
        <dsp:cNvSpPr/>
      </dsp:nvSpPr>
      <dsp:spPr>
        <a:xfrm>
          <a:off x="3065444" y="1483258"/>
          <a:ext cx="2600426" cy="3900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b="1" kern="1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Performance Metrics</a:t>
          </a:r>
          <a:endParaRPr lang="en-US" sz="2000" kern="1200"/>
        </a:p>
      </dsp:txBody>
      <dsp:txXfrm>
        <a:off x="3065444" y="1483258"/>
        <a:ext cx="2600426" cy="390064"/>
      </dsp:txXfrm>
    </dsp:sp>
    <dsp:sp modelId="{450D8CEB-A99E-40DC-8258-17CB1A7548F2}">
      <dsp:nvSpPr>
        <dsp:cNvPr id="0" name=""/>
        <dsp:cNvSpPr/>
      </dsp:nvSpPr>
      <dsp:spPr>
        <a:xfrm>
          <a:off x="3065444" y="1923505"/>
          <a:ext cx="2600426" cy="10508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p50 / p95 latency</a:t>
          </a:r>
          <a:endParaRPr lang="en-US" sz="1800" kern="1200"/>
        </a:p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Token usage</a:t>
          </a:r>
        </a:p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GPU utilization</a:t>
          </a:r>
        </a:p>
      </dsp:txBody>
      <dsp:txXfrm>
        <a:off x="3065444" y="1923505"/>
        <a:ext cx="2600426" cy="1050855"/>
      </dsp:txXfrm>
    </dsp:sp>
    <dsp:sp modelId="{764A83D3-AEA7-4EC2-AF82-FCB8CEEC7D05}">
      <dsp:nvSpPr>
        <dsp:cNvPr id="0" name=""/>
        <dsp:cNvSpPr/>
      </dsp:nvSpPr>
      <dsp:spPr>
        <a:xfrm>
          <a:off x="6120945" y="465216"/>
          <a:ext cx="910149" cy="9101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5AC631-7F57-40EB-B1B3-79F1864BC294}">
      <dsp:nvSpPr>
        <dsp:cNvPr id="0" name=""/>
        <dsp:cNvSpPr/>
      </dsp:nvSpPr>
      <dsp:spPr>
        <a:xfrm>
          <a:off x="6120945" y="1483258"/>
          <a:ext cx="2600426" cy="3900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b="1" kern="1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Trust Controls</a:t>
          </a:r>
          <a:endParaRPr lang="en-US" sz="2000" kern="1200"/>
        </a:p>
      </dsp:txBody>
      <dsp:txXfrm>
        <a:off x="6120945" y="1483258"/>
        <a:ext cx="2600426" cy="390064"/>
      </dsp:txXfrm>
    </dsp:sp>
    <dsp:sp modelId="{F41619D8-D60E-429B-8C67-D8A4BC821CE0}">
      <dsp:nvSpPr>
        <dsp:cNvPr id="0" name=""/>
        <dsp:cNvSpPr/>
      </dsp:nvSpPr>
      <dsp:spPr>
        <a:xfrm>
          <a:off x="6120945" y="1923505"/>
          <a:ext cx="2600426" cy="10508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Refusal policy</a:t>
          </a:r>
          <a:endParaRPr lang="en-US" sz="1800" kern="1200"/>
        </a:p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Citation validation</a:t>
          </a:r>
        </a:p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Logging &amp; traceability</a:t>
          </a:r>
        </a:p>
      </dsp:txBody>
      <dsp:txXfrm>
        <a:off x="6120945" y="1923505"/>
        <a:ext cx="2600426" cy="105085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B62DCA-2208-45C4-9D31-8851FB8CF49C}">
      <dsp:nvSpPr>
        <dsp:cNvPr id="0" name=""/>
        <dsp:cNvSpPr/>
      </dsp:nvSpPr>
      <dsp:spPr>
        <a:xfrm>
          <a:off x="2862893" y="0"/>
          <a:ext cx="3220754" cy="4195481"/>
        </a:xfrm>
        <a:prstGeom prst="roundRect">
          <a:avLst/>
        </a:prstGeom>
        <a:noFill/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3500" dist="50800" dir="5400000" algn="ctr" rotWithShape="0">
            <a:srgbClr val="000000">
              <a:alpha val="99000"/>
            </a:srgb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76200" rIns="152400" bIns="762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i="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Thank </a:t>
          </a:r>
        </a:p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0" i="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You</a:t>
          </a:r>
          <a:endParaRPr lang="en-US" sz="40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3020117" y="157224"/>
        <a:ext cx="2906306" cy="38810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9849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497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971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996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422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76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53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009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6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859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1798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725564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9669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281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399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0715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0945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00FC3468-774A-43C8-A101-0CC3E916CA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CDBFCC-A0B5-432A-8ADA-52D67139E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48294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  <p:sldLayoutId id="2147483846" r:id="rId12"/>
    <p:sldLayoutId id="2147483847" r:id="rId13"/>
    <p:sldLayoutId id="2147483848" r:id="rId14"/>
    <p:sldLayoutId id="2147483849" r:id="rId15"/>
    <p:sldLayoutId id="2147483850" r:id="rId16"/>
    <p:sldLayoutId id="2147483851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13.jpeg"/><Relationship Id="rId7" Type="http://schemas.openxmlformats.org/officeDocument/2006/relationships/diagramColors" Target="../diagrams/colors2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25D62-FAB3-CA39-76D1-74C81743E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1945265"/>
            <a:ext cx="9601196" cy="2821772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sz="6600" b="1" dirty="0"/>
              <a:t>Enterprise-Ready RAG</a:t>
            </a:r>
            <a:br>
              <a:rPr lang="en-US" dirty="0"/>
            </a:br>
            <a:r>
              <a:rPr lang="en-US" sz="2000" b="1" dirty="0"/>
              <a:t>Retrieval-Augmented Generation for Secure &amp; Scalable AI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7959B9-F4A9-C8C9-A7B7-817722725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20703" y="5461375"/>
            <a:ext cx="2087878" cy="612166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Kavya Parige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37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EB30-E412-6795-B13A-591A527CC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1238164"/>
            <a:ext cx="9601196" cy="1303867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RAG in Enterprise?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7E9BFDE-EFEB-9969-4454-3E61AADE6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2656" y="2701427"/>
            <a:ext cx="4483324" cy="2699968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  <a:p>
            <a:pPr marL="0"/>
            <a:r>
              <a:rPr lang="en-US" sz="17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LLMs alone:</a:t>
            </a:r>
          </a:p>
          <a:p>
            <a:pPr marL="0"/>
            <a:r>
              <a:rPr lang="en-US" sz="17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Don’t know private enterprise data</a:t>
            </a:r>
          </a:p>
          <a:p>
            <a:pPr marL="0"/>
            <a:r>
              <a:rPr lang="en-US" sz="17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Hallucinate under uncertainty</a:t>
            </a:r>
          </a:p>
          <a:p>
            <a:pPr marL="0"/>
            <a:r>
              <a:rPr lang="en-US" sz="17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Cannot enforce document-level security</a:t>
            </a:r>
          </a:p>
          <a:p>
            <a:pPr marL="0"/>
            <a:r>
              <a:rPr lang="en-US" sz="17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Cannot handle real-time document updates</a:t>
            </a:r>
          </a:p>
          <a:p>
            <a:pPr marL="0"/>
            <a:endParaRPr lang="en-US" sz="17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51D86B5-3350-8C7D-CDFA-04518F3DED69}"/>
              </a:ext>
            </a:extLst>
          </p:cNvPr>
          <p:cNvSpPr txBox="1">
            <a:spLocks/>
          </p:cNvSpPr>
          <p:nvPr/>
        </p:nvSpPr>
        <p:spPr>
          <a:xfrm>
            <a:off x="6668339" y="2701427"/>
            <a:ext cx="4483324" cy="26999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Enterprise Needs</a:t>
            </a:r>
          </a:p>
          <a:p>
            <a:pPr marL="0"/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Fresh documents ingestion</a:t>
            </a:r>
          </a:p>
          <a:p>
            <a:pPr marL="0"/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Secure retrieval</a:t>
            </a:r>
          </a:p>
          <a:p>
            <a:pPr marL="0"/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Measurable retrieval quality</a:t>
            </a:r>
          </a:p>
          <a:p>
            <a:pPr marL="0"/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Cost efficiency</a:t>
            </a:r>
          </a:p>
          <a:p>
            <a:pPr marL="0"/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Scalable inference</a:t>
            </a:r>
          </a:p>
        </p:txBody>
      </p:sp>
    </p:spTree>
    <p:extLst>
      <p:ext uri="{BB962C8B-B14F-4D97-AF65-F5344CB8AC3E}">
        <p14:creationId xmlns:p14="http://schemas.microsoft.com/office/powerpoint/2010/main" val="10733679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7CA421-FA2B-47ED-A101-F8BBEBB29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500B4B-221B-5A03-3A1F-52F500D84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0279" y="2764425"/>
            <a:ext cx="3344020" cy="132914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800" b="1" i="0" kern="1200" dirty="0">
                <a:solidFill>
                  <a:srgbClr val="EBEBE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RAG Architecture</a:t>
            </a:r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2425D82-CD5E-45A4-9542-70951E59F2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6914" y="639905"/>
            <a:ext cx="6915664" cy="557818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1DB897-A621-4D5F-AC81-91199AC437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4" descr="image">
            <a:extLst>
              <a:ext uri="{FF2B5EF4-FFF2-40B4-BE49-F238E27FC236}">
                <a16:creationId xmlns:a16="http://schemas.microsoft.com/office/drawing/2014/main" id="{CE35ECCF-21D1-C65E-6881-F16D0BCB0F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40" t="8877" r="5427" b="10430"/>
          <a:stretch>
            <a:fillRect/>
          </a:stretch>
        </p:blipFill>
        <p:spPr bwMode="auto">
          <a:xfrm>
            <a:off x="1062751" y="984601"/>
            <a:ext cx="6063990" cy="4888796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70201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6E348-5EDA-C05C-5C92-3D1B07B72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1663" y="770377"/>
            <a:ext cx="6048674" cy="1303867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Enterprise Enhancements</a:t>
            </a: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C61305-F5CF-A13E-73F4-AD818C885E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52003226"/>
              </p:ext>
            </p:extLst>
          </p:nvPr>
        </p:nvGraphicFramePr>
        <p:xfrm>
          <a:off x="852640" y="1761423"/>
          <a:ext cx="9926413" cy="4260068"/>
        </p:xfrm>
        <a:graphic>
          <a:graphicData uri="http://schemas.openxmlformats.org/drawingml/2006/table">
            <a:tbl>
              <a:tblPr firstRow="1" bandRow="1"/>
              <a:tblGrid>
                <a:gridCol w="2439200">
                  <a:extLst>
                    <a:ext uri="{9D8B030D-6E8A-4147-A177-3AD203B41FA5}">
                      <a16:colId xmlns:a16="http://schemas.microsoft.com/office/drawing/2014/main" val="3755991068"/>
                    </a:ext>
                  </a:extLst>
                </a:gridCol>
                <a:gridCol w="3685355">
                  <a:extLst>
                    <a:ext uri="{9D8B030D-6E8A-4147-A177-3AD203B41FA5}">
                      <a16:colId xmlns:a16="http://schemas.microsoft.com/office/drawing/2014/main" val="2853525586"/>
                    </a:ext>
                  </a:extLst>
                </a:gridCol>
                <a:gridCol w="3801858">
                  <a:extLst>
                    <a:ext uri="{9D8B030D-6E8A-4147-A177-3AD203B41FA5}">
                      <a16:colId xmlns:a16="http://schemas.microsoft.com/office/drawing/2014/main" val="3967227437"/>
                    </a:ext>
                  </a:extLst>
                </a:gridCol>
              </a:tblGrid>
              <a:tr h="6698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STAGE</a:t>
                      </a:r>
                      <a:endParaRPr lang="en-US" sz="18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3533" marR="93533" marT="46766" marB="467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ENTERPRISE PROBLEM</a:t>
                      </a:r>
                    </a:p>
                  </a:txBody>
                  <a:tcPr marL="93533" marR="93533" marT="46766" marB="467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SOLUTION</a:t>
                      </a:r>
                    </a:p>
                  </a:txBody>
                  <a:tcPr marL="93533" marR="93533" marT="46766" marB="467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0914569"/>
                  </a:ext>
                </a:extLst>
              </a:tr>
              <a:tr h="10916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Data Ingestion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3533" marR="93533" marT="46766" marB="467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fr-FR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Frequent document updates Multi-source system </a:t>
                      </a:r>
                    </a:p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fr-FR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Stale indexes </a:t>
                      </a:r>
                    </a:p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fr-FR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Version conflits</a:t>
                      </a:r>
                    </a:p>
                  </a:txBody>
                  <a:tcPr marL="93533" marR="93533" marT="46766" marB="467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Airflow/Kubeflow orchestration Incremental indexing </a:t>
                      </a:r>
                    </a:p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Hash-based change detection </a:t>
                      </a:r>
                    </a:p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Metadata + ACL tagging</a:t>
                      </a:r>
                    </a:p>
                  </a:txBody>
                  <a:tcPr marL="93533" marR="93533" marT="46766" marB="467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0466800"/>
                  </a:ext>
                </a:extLst>
              </a:tr>
              <a:tr h="10916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Chunking &amp; Indexing Quality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3533" marR="93533" marT="46766" marB="467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Poor chunk boundaries  </a:t>
                      </a:r>
                    </a:p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Token waste </a:t>
                      </a:r>
                    </a:p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High re-index cost </a:t>
                      </a:r>
                    </a:p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Irrelevant retrieval</a:t>
                      </a:r>
                    </a:p>
                  </a:txBody>
                  <a:tcPr marL="93533" marR="93533" marT="46766" marB="467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Tuned chunk size + overlap Section-aware splitting Incremental upsets </a:t>
                      </a:r>
                    </a:p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Namespace isolation</a:t>
                      </a:r>
                    </a:p>
                  </a:txBody>
                  <a:tcPr marL="93533" marR="93533" marT="46766" marB="467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6662952"/>
                  </a:ext>
                </a:extLst>
              </a:tr>
              <a:tr h="13360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Retrieval Accuracy &amp; Measurement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3533" marR="93533" marT="46766" marB="467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Low recall </a:t>
                      </a:r>
                    </a:p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Domain ambiguity </a:t>
                      </a:r>
                    </a:p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Irrelevant Top-K results </a:t>
                      </a:r>
                    </a:p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evaluation metrics</a:t>
                      </a:r>
                    </a:p>
                  </a:txBody>
                  <a:tcPr marL="93533" marR="93533" marT="46766" marB="467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Top-K + threshold tuning Metadata filtering </a:t>
                      </a:r>
                    </a:p>
                    <a:p>
                      <a:pPr marL="285750" indent="-285750" algn="l">
                        <a:lnSpc>
                          <a:spcPct val="15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Hybrid search + reranking Recall@K, MRR, latency tracking</a:t>
                      </a:r>
                    </a:p>
                  </a:txBody>
                  <a:tcPr marL="93533" marR="93533" marT="46766" marB="467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96023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0546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3A240-FE92-C00E-CD7C-E9F553F75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1296408"/>
            <a:ext cx="9965754" cy="1303867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I Ensure Reliability &amp; Measurable Quality</a:t>
            </a:r>
          </a:p>
        </p:txBody>
      </p:sp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2E3960C8-8F4E-E7F7-19C6-B435D9C33B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76379523"/>
              </p:ext>
            </p:extLst>
          </p:nvPr>
        </p:nvGraphicFramePr>
        <p:xfrm>
          <a:off x="1878129" y="2122015"/>
          <a:ext cx="8731315" cy="34395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89590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4C5D5-41B2-035A-2E4E-87A619278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9524" y="1258450"/>
            <a:ext cx="9601196" cy="1303867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Scaling Strategy for Enterprise Deployment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14CF531-0742-3A17-A542-BECAF06FFA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39242188"/>
              </p:ext>
            </p:extLst>
          </p:nvPr>
        </p:nvGraphicFramePr>
        <p:xfrm>
          <a:off x="1373204" y="2554689"/>
          <a:ext cx="9417516" cy="1384237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4708758">
                  <a:extLst>
                    <a:ext uri="{9D8B030D-6E8A-4147-A177-3AD203B41FA5}">
                      <a16:colId xmlns:a16="http://schemas.microsoft.com/office/drawing/2014/main" val="982090584"/>
                    </a:ext>
                  </a:extLst>
                </a:gridCol>
                <a:gridCol w="4708758">
                  <a:extLst>
                    <a:ext uri="{9D8B030D-6E8A-4147-A177-3AD203B41FA5}">
                      <a16:colId xmlns:a16="http://schemas.microsoft.com/office/drawing/2014/main" val="6733394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Data Scale</a:t>
                      </a:r>
                      <a:endParaRPr lang="en-US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rnd" cmpd="sng" algn="ctr">
                      <a:noFill/>
                      <a:prstDash val="solid"/>
                    </a:lnL>
                    <a:lnR w="9525" cap="rnd" cmpd="sng" algn="ctr">
                      <a:noFill/>
                      <a:prstDash val="solid"/>
                    </a:lnR>
                    <a:lnT w="9525" cap="rnd" cmpd="sng" algn="ctr">
                      <a:noFill/>
                      <a:prstDash val="solid"/>
                    </a:lnT>
                    <a:lnB w="9525" cap="rnd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User Scale</a:t>
                      </a:r>
                      <a:endParaRPr lang="en-US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rnd" cmpd="sng" algn="ctr">
                      <a:noFill/>
                      <a:prstDash val="solid"/>
                    </a:lnL>
                    <a:lnR w="9525" cap="rnd" cmpd="sng" algn="ctr">
                      <a:noFill/>
                      <a:prstDash val="solid"/>
                    </a:lnR>
                    <a:lnT w="9525" cap="rnd" cmpd="sng" algn="ctr">
                      <a:noFill/>
                      <a:prstDash val="solid"/>
                    </a:lnT>
                    <a:lnB w="9525" cap="rnd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958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Ø"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Incremental indexing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Ø"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Sharded vector DB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Ø"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Namespace partitioning</a:t>
                      </a:r>
                    </a:p>
                  </a:txBody>
                  <a:tcPr anchor="ctr">
                    <a:lnL w="9525" cap="rnd" cmpd="sng" algn="ctr">
                      <a:noFill/>
                      <a:prstDash val="solid"/>
                    </a:lnL>
                    <a:lnR w="9525" cap="rnd" cmpd="sng" algn="ctr">
                      <a:noFill/>
                      <a:prstDash val="solid"/>
                    </a:lnR>
                    <a:lnT w="9525" cap="rnd" cmpd="sng" algn="ctr">
                      <a:noFill/>
                      <a:prstDash val="solid"/>
                    </a:lnT>
                    <a:lnB w="9525" cap="rnd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Ø"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Horizontal autoscaling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Ø"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Load balancing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Ø"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Caching</a:t>
                      </a:r>
                    </a:p>
                  </a:txBody>
                  <a:tcPr anchor="ctr">
                    <a:lnL w="9525" cap="rnd" cmpd="sng" algn="ctr">
                      <a:noFill/>
                      <a:prstDash val="solid"/>
                    </a:lnL>
                    <a:lnR w="9525" cap="rnd" cmpd="sng" algn="ctr">
                      <a:noFill/>
                      <a:prstDash val="solid"/>
                    </a:lnR>
                    <a:lnT w="9525" cap="rnd" cmpd="sng" algn="ctr">
                      <a:noFill/>
                      <a:prstDash val="solid"/>
                    </a:lnT>
                    <a:lnB w="9525" cap="rnd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273254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F1EB5CE-6CEA-A35A-8CFF-66C8883E0E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074950"/>
              </p:ext>
            </p:extLst>
          </p:nvPr>
        </p:nvGraphicFramePr>
        <p:xfrm>
          <a:off x="1334303" y="4128420"/>
          <a:ext cx="9495318" cy="1384237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4747659">
                  <a:extLst>
                    <a:ext uri="{9D8B030D-6E8A-4147-A177-3AD203B41FA5}">
                      <a16:colId xmlns:a16="http://schemas.microsoft.com/office/drawing/2014/main" val="1903440233"/>
                    </a:ext>
                  </a:extLst>
                </a:gridCol>
                <a:gridCol w="4747659">
                  <a:extLst>
                    <a:ext uri="{9D8B030D-6E8A-4147-A177-3AD203B41FA5}">
                      <a16:colId xmlns:a16="http://schemas.microsoft.com/office/drawing/2014/main" val="31371752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 Scale</a:t>
                      </a:r>
                      <a:endParaRPr lang="en-US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rnd" cmpd="sng" algn="ctr">
                      <a:noFill/>
                      <a:prstDash val="solid"/>
                    </a:lnL>
                    <a:lnR w="9525" cap="rnd" cmpd="sng" algn="ctr">
                      <a:noFill/>
                      <a:prstDash val="solid"/>
                    </a:lnR>
                    <a:lnT w="9525" cap="rnd" cmpd="sng" algn="ctr">
                      <a:noFill/>
                      <a:prstDash val="solid"/>
                    </a:lnT>
                    <a:lnB w="9525" cap="rnd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Cost Scale</a:t>
                      </a:r>
                      <a:endParaRPr lang="en-US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rnd" cmpd="sng" algn="ctr">
                      <a:noFill/>
                      <a:prstDash val="solid"/>
                    </a:lnL>
                    <a:lnR w="9525" cap="rnd" cmpd="sng" algn="ctr">
                      <a:noFill/>
                      <a:prstDash val="solid"/>
                    </a:lnR>
                    <a:lnT w="9525" cap="rnd" cmpd="sng" algn="ctr">
                      <a:noFill/>
                      <a:prstDash val="solid"/>
                    </a:lnT>
                    <a:lnB w="9525" cap="rnd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9346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Ø"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 routing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Ø"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GPU scheduling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Ø"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vLLM serving</a:t>
                      </a:r>
                    </a:p>
                  </a:txBody>
                  <a:tcPr anchor="ctr">
                    <a:lnL w="9525" cap="rnd" cmpd="sng" algn="ctr">
                      <a:noFill/>
                      <a:prstDash val="solid"/>
                    </a:lnL>
                    <a:lnR w="9525" cap="rnd" cmpd="sng" algn="ctr">
                      <a:noFill/>
                      <a:prstDash val="solid"/>
                    </a:lnR>
                    <a:lnT w="9525" cap="rnd" cmpd="sng" algn="ctr">
                      <a:noFill/>
                      <a:prstDash val="solid"/>
                    </a:lnT>
                    <a:lnB w="9525" cap="rnd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Ø"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Dynamic Top-K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Ø"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Token limits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Ø"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Embedding caching</a:t>
                      </a:r>
                    </a:p>
                  </a:txBody>
                  <a:tcPr anchor="ctr">
                    <a:lnL w="9525" cap="rnd" cmpd="sng" algn="ctr">
                      <a:noFill/>
                      <a:prstDash val="solid"/>
                    </a:lnL>
                    <a:lnR w="9525" cap="rnd" cmpd="sng" algn="ctr">
                      <a:noFill/>
                      <a:prstDash val="solid"/>
                    </a:lnR>
                    <a:lnT w="9525" cap="rnd" cmpd="sng" algn="ctr">
                      <a:noFill/>
                      <a:prstDash val="solid"/>
                    </a:lnT>
                    <a:lnB w="9525" cap="rnd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9819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31523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176EF-CEBB-5099-7D12-FDF4B4A5E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607" y="1185169"/>
            <a:ext cx="10442577" cy="1400530"/>
          </a:xfrm>
        </p:spPr>
        <p:txBody>
          <a:bodyPr/>
          <a:lstStyle/>
          <a:p>
            <a:pPr algn="ctr"/>
            <a:r>
              <a:rPr lang="en-US" sz="3600" b="1" dirty="0"/>
              <a:t>How I Can Help Operationalize Enterprise RAG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D66450-9624-FEFA-0AC1-00DAFF154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3687" y="2383568"/>
            <a:ext cx="8946541" cy="3462358"/>
          </a:xfrm>
        </p:spPr>
        <p:txBody>
          <a:bodyPr/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Translate customer use cases into deployable RAG architectures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Tune ingestion, chunking, and retrieval for accuracy &amp; latency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Diagnose scaling and GPU bottlenecks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Optimize cost per query through model routing &amp; controls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Ensure measurable early value from AI deployments</a:t>
            </a:r>
          </a:p>
        </p:txBody>
      </p:sp>
    </p:spTree>
    <p:extLst>
      <p:ext uri="{BB962C8B-B14F-4D97-AF65-F5344CB8AC3E}">
        <p14:creationId xmlns:p14="http://schemas.microsoft.com/office/powerpoint/2010/main" val="141670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Question marks in a line and one question mark is lit">
            <a:extLst>
              <a:ext uri="{FF2B5EF4-FFF2-40B4-BE49-F238E27FC236}">
                <a16:creationId xmlns:a16="http://schemas.microsoft.com/office/drawing/2014/main" id="{9FD0D0B8-F203-8983-6382-10A4AAEA34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0681" b="-1"/>
          <a:stretch>
            <a:fillRect/>
          </a:stretch>
        </p:blipFill>
        <p:spPr>
          <a:xfrm>
            <a:off x="-2" y="10"/>
            <a:ext cx="6094407" cy="6857990"/>
          </a:xfrm>
          <a:prstGeom prst="rect">
            <a:avLst/>
          </a:prstGeom>
        </p:spPr>
      </p:pic>
      <p:graphicFrame>
        <p:nvGraphicFramePr>
          <p:cNvPr id="42" name="Content Placeholder 41">
            <a:extLst>
              <a:ext uri="{FF2B5EF4-FFF2-40B4-BE49-F238E27FC236}">
                <a16:creationId xmlns:a16="http://schemas.microsoft.com/office/drawing/2014/main" id="{34E649F6-FED4-EABF-099D-F15CFA70251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14520490"/>
              </p:ext>
            </p:extLst>
          </p:nvPr>
        </p:nvGraphicFramePr>
        <p:xfrm>
          <a:off x="4327775" y="1475403"/>
          <a:ext cx="8946541" cy="4195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84385854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1070</TotalTime>
  <Words>263</Words>
  <Application>Microsoft Office PowerPoint</Application>
  <PresentationFormat>Widescreen</PresentationFormat>
  <Paragraphs>79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Century Gothic</vt:lpstr>
      <vt:lpstr>Wingdings</vt:lpstr>
      <vt:lpstr>Wingdings 3</vt:lpstr>
      <vt:lpstr>Ion</vt:lpstr>
      <vt:lpstr>Enterprise-Ready RAG Retrieval-Augmented Generation for Secure &amp; Scalable AI</vt:lpstr>
      <vt:lpstr>Why RAG in Enterprise?</vt:lpstr>
      <vt:lpstr>RAG Architecture</vt:lpstr>
      <vt:lpstr>Enterprise Enhancements</vt:lpstr>
      <vt:lpstr>How I Ensure Reliability &amp; Measurable Quality</vt:lpstr>
      <vt:lpstr>Scaling Strategy for Enterprise Deployment</vt:lpstr>
      <vt:lpstr>How I Can Help Operationalize Enterprise RAG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kavya reddy</dc:creator>
  <cp:lastModifiedBy>kavya reddy</cp:lastModifiedBy>
  <cp:revision>3</cp:revision>
  <dcterms:created xsi:type="dcterms:W3CDTF">2026-02-14T16:11:32Z</dcterms:created>
  <dcterms:modified xsi:type="dcterms:W3CDTF">2026-02-16T05:53:19Z</dcterms:modified>
</cp:coreProperties>
</file>